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6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31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6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8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3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42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2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urful light bulb with business icons">
            <a:extLst>
              <a:ext uri="{FF2B5EF4-FFF2-40B4-BE49-F238E27FC236}">
                <a16:creationId xmlns:a16="http://schemas.microsoft.com/office/drawing/2014/main" id="{55540CD3-9623-1D5B-E1C2-B7E97685A2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9091" t="16072" b="10877"/>
          <a:stretch>
            <a:fillRect/>
          </a:stretch>
        </p:blipFill>
        <p:spPr>
          <a:xfrm>
            <a:off x="0" y="-2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8536D40-98B6-3730-15E8-A2D800BCF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41" y="914400"/>
            <a:ext cx="7781968" cy="3427867"/>
          </a:xfrm>
          <a:noFill/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Smartphone Lifecycles and </a:t>
            </a:r>
            <a:br>
              <a:rPr lang="sl-SI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E-Waste Awareness among Students</a:t>
            </a:r>
            <a:endParaRPr lang="sl-SI" dirty="0">
              <a:solidFill>
                <a:srgbClr val="FFFFF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CC43009-FF59-6928-1EE0-D84521825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046674"/>
            <a:ext cx="4941173" cy="812923"/>
          </a:xfrm>
        </p:spPr>
        <p:txBody>
          <a:bodyPr anchor="t">
            <a:noAutofit/>
          </a:bodyPr>
          <a:lstStyle/>
          <a:p>
            <a:pPr algn="r"/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MARK ILOVAR</a:t>
            </a:r>
          </a:p>
          <a:p>
            <a:pPr algn="r"/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NINA Bobnič</a:t>
            </a:r>
          </a:p>
          <a:p>
            <a:pPr algn="r"/>
            <a:endParaRPr lang="sl-SI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906156E6-6DDD-10F1-21BE-B8A3B3D5282E}"/>
              </a:ext>
            </a:extLst>
          </p:cNvPr>
          <p:cNvSpPr txBox="1"/>
          <p:nvPr/>
        </p:nvSpPr>
        <p:spPr>
          <a:xfrm>
            <a:off x="660992" y="5119826"/>
            <a:ext cx="5538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SUBJECT: SUSTAINABLE COMPUTING</a:t>
            </a:r>
          </a:p>
          <a:p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NOVEMBER, </a:t>
            </a:r>
            <a:r>
              <a:rPr lang="sl-SI" sz="3200" dirty="0">
                <a:latin typeface="Aharoni" panose="02010803020104030203" pitchFamily="2" charset="-79"/>
                <a:cs typeface="Aharoni" panose="02010803020104030203" pitchFamily="2" charset="-79"/>
              </a:rPr>
              <a:t>2025</a:t>
            </a:r>
          </a:p>
          <a:p>
            <a:endParaRPr lang="sl-SI" sz="2000" dirty="0"/>
          </a:p>
        </p:txBody>
      </p:sp>
    </p:spTree>
    <p:extLst>
      <p:ext uri="{BB962C8B-B14F-4D97-AF65-F5344CB8AC3E}">
        <p14:creationId xmlns:p14="http://schemas.microsoft.com/office/powerpoint/2010/main" val="2789697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016890-C605-A880-F60A-A21456C0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sl-SI" dirty="0"/>
              <a:t>OVERVIEW AND EARLY ACTIVITIES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C2BFC09-0BCD-8108-923B-5BE2A83CF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sl-SI" dirty="0"/>
              <a:t>NEW PROJECT PROPOSAL</a:t>
            </a:r>
          </a:p>
          <a:p>
            <a:r>
              <a:rPr lang="sl-SI" dirty="0"/>
              <a:t>PRELIMINERY SURVEY ON SMARTPHONE OWNERSHIP</a:t>
            </a:r>
          </a:p>
          <a:p>
            <a:r>
              <a:rPr lang="sl-SI" dirty="0"/>
              <a:t>SEARCH FOR ARTICLES CONSERNING THE TOPIC</a:t>
            </a:r>
          </a:p>
          <a:p>
            <a:endParaRPr lang="sl-SI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9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63DFE50-73CE-0FCC-9E1F-29BEB846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sl-SI" dirty="0"/>
              <a:t>PROGRESS AND NEXT STEPS</a:t>
            </a:r>
          </a:p>
        </p:txBody>
      </p:sp>
      <p:cxnSp>
        <p:nvCxnSpPr>
          <p:cNvPr id="2060" name="Straight Connector 2056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Grafikon odgovorov na obrazce. Naslov vprašanja: Kdaj imate namen telefon zamenjati? (When do you plan to replace your phone?). Število odgovorov: 111 odgovorov.">
            <a:extLst>
              <a:ext uri="{FF2B5EF4-FFF2-40B4-BE49-F238E27FC236}">
                <a16:creationId xmlns:a16="http://schemas.microsoft.com/office/drawing/2014/main" id="{7359CB7F-5600-B3E7-9F36-21AE6B9B7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2537460"/>
            <a:ext cx="6213931" cy="294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9D2061A-8DDE-03DA-D3E0-5C46D87C8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sl-SI" sz="1300" dirty="0"/>
              <a:t>RESULTS OF THE SURVEY (111 PARTICIPANTS, STUDENTS OF MULTIPLE TECHNICAL FACULTIES):</a:t>
            </a:r>
          </a:p>
          <a:p>
            <a:pPr lvl="1">
              <a:lnSpc>
                <a:spcPct val="110000"/>
              </a:lnSpc>
            </a:pPr>
            <a:r>
              <a:rPr lang="sl-SI" sz="1300" dirty="0"/>
              <a:t>SAMSUNG HAS THE MAJORITY</a:t>
            </a:r>
          </a:p>
          <a:p>
            <a:pPr lvl="1">
              <a:lnSpc>
                <a:spcPct val="110000"/>
              </a:lnSpc>
            </a:pPr>
            <a:r>
              <a:rPr lang="sl-SI" sz="1300" dirty="0"/>
              <a:t>MOST PARTICIPANTS KEEP THEIR PHONES AFTER THEY REPLACE THEM</a:t>
            </a:r>
          </a:p>
          <a:p>
            <a:pPr lvl="1">
              <a:lnSpc>
                <a:spcPct val="110000"/>
              </a:lnSpc>
            </a:pPr>
            <a:r>
              <a:rPr lang="sl-SI" sz="1300" dirty="0"/>
              <a:t>MOST PARTICIPANTS ARE WAITING FOR THEIR PHONES TO BREAKDOWN BEFORE THEY BUY A NEW ONE</a:t>
            </a:r>
          </a:p>
          <a:p>
            <a:pPr lvl="1">
              <a:lnSpc>
                <a:spcPct val="110000"/>
              </a:lnSpc>
            </a:pPr>
            <a:endParaRPr lang="sl-SI" sz="1300" dirty="0"/>
          </a:p>
          <a:p>
            <a:pPr>
              <a:lnSpc>
                <a:spcPct val="110000"/>
              </a:lnSpc>
            </a:pPr>
            <a:r>
              <a:rPr lang="sl-SI" sz="1300" dirty="0"/>
              <a:t>TO BE DETERMINED: ARE THE STUDENTS ACTUALLY E-WASTE CONSCIOUS? HOW MUCH DO STUDENTS KNOW ABOUT BUY-BACK PROGRAMS AND E-WASTE MANAGEMENT?</a:t>
            </a:r>
          </a:p>
        </p:txBody>
      </p:sp>
    </p:spTree>
    <p:extLst>
      <p:ext uri="{BB962C8B-B14F-4D97-AF65-F5344CB8AC3E}">
        <p14:creationId xmlns:p14="http://schemas.microsoft.com/office/powerpoint/2010/main" val="146226009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106</Words>
  <Application>Microsoft Office PowerPoint</Application>
  <PresentationFormat>Širokozaslonsko</PresentationFormat>
  <Paragraphs>16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7" baseType="lpstr">
      <vt:lpstr>Aharoni</vt:lpstr>
      <vt:lpstr>Arial</vt:lpstr>
      <vt:lpstr>Grandview Display</vt:lpstr>
      <vt:lpstr>DashVTI</vt:lpstr>
      <vt:lpstr>Smartphone Lifecycles and  E-Waste Awareness among Students</vt:lpstr>
      <vt:lpstr>OVERVIEW AND EARLY ACTIVITIES</vt:lpstr>
      <vt:lpstr>PROGRESS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Bobnič, Nina</dc:creator>
  <cp:lastModifiedBy>Bobnič, Nina</cp:lastModifiedBy>
  <cp:revision>1</cp:revision>
  <dcterms:created xsi:type="dcterms:W3CDTF">2025-11-05T12:45:08Z</dcterms:created>
  <dcterms:modified xsi:type="dcterms:W3CDTF">2025-11-05T12:59:01Z</dcterms:modified>
</cp:coreProperties>
</file>