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6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8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312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6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70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8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28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3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42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2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ourful light bulb with business icons">
            <a:extLst>
              <a:ext uri="{FF2B5EF4-FFF2-40B4-BE49-F238E27FC236}">
                <a16:creationId xmlns:a16="http://schemas.microsoft.com/office/drawing/2014/main" id="{55540CD3-9623-1D5B-E1C2-B7E97685A2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9091" t="16072" b="10877"/>
          <a:stretch>
            <a:fillRect/>
          </a:stretch>
        </p:blipFill>
        <p:spPr>
          <a:xfrm>
            <a:off x="0" y="-2"/>
            <a:ext cx="1219197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8536D40-98B6-3730-15E8-A2D800BCF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49041" y="914400"/>
            <a:ext cx="7781968" cy="3427867"/>
          </a:xfrm>
          <a:noFill/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Smartphone Lifecycles and </a:t>
            </a:r>
            <a:br>
              <a:rPr lang="sl-SI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dirty="0">
                <a:solidFill>
                  <a:srgbClr val="FFFFF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E-Waste Awareness among Students</a:t>
            </a:r>
            <a:endParaRPr lang="sl-SI" dirty="0">
              <a:solidFill>
                <a:srgbClr val="FFFFF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FCC43009-FF59-6928-1EE0-D84521825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046674"/>
            <a:ext cx="4941173" cy="812923"/>
          </a:xfrm>
        </p:spPr>
        <p:txBody>
          <a:bodyPr anchor="t">
            <a:noAutofit/>
          </a:bodyPr>
          <a:lstStyle/>
          <a:p>
            <a:pPr algn="r"/>
            <a:r>
              <a:rPr lang="sl-SI" sz="2000" dirty="0">
                <a:latin typeface="Aharoni" panose="02010803020104030203" pitchFamily="2" charset="-79"/>
                <a:cs typeface="Aharoni" panose="02010803020104030203" pitchFamily="2" charset="-79"/>
              </a:rPr>
              <a:t>MARK ILOVAR</a:t>
            </a:r>
          </a:p>
          <a:p>
            <a:pPr algn="r"/>
            <a:r>
              <a:rPr lang="sl-SI" sz="2000" dirty="0">
                <a:latin typeface="Aharoni" panose="02010803020104030203" pitchFamily="2" charset="-79"/>
                <a:cs typeface="Aharoni" panose="02010803020104030203" pitchFamily="2" charset="-79"/>
              </a:rPr>
              <a:t>NINA Bobnič</a:t>
            </a:r>
          </a:p>
          <a:p>
            <a:pPr algn="r"/>
            <a:endParaRPr lang="sl-SI" sz="20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oljeZBesedilom 7">
            <a:extLst>
              <a:ext uri="{FF2B5EF4-FFF2-40B4-BE49-F238E27FC236}">
                <a16:creationId xmlns:a16="http://schemas.microsoft.com/office/drawing/2014/main" id="{906156E6-6DDD-10F1-21BE-B8A3B3D5282E}"/>
              </a:ext>
            </a:extLst>
          </p:cNvPr>
          <p:cNvSpPr txBox="1"/>
          <p:nvPr/>
        </p:nvSpPr>
        <p:spPr>
          <a:xfrm>
            <a:off x="660992" y="5119826"/>
            <a:ext cx="5538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sz="2000" dirty="0">
                <a:latin typeface="Aharoni" panose="02010803020104030203" pitchFamily="2" charset="-79"/>
                <a:cs typeface="Aharoni" panose="02010803020104030203" pitchFamily="2" charset="-79"/>
              </a:rPr>
              <a:t>SUBJECT: SUSTAINABLE COMPUTING</a:t>
            </a:r>
          </a:p>
          <a:p>
            <a:r>
              <a:rPr lang="sl-SI" sz="2000" dirty="0">
                <a:latin typeface="Aharoni" panose="02010803020104030203" pitchFamily="2" charset="-79"/>
                <a:cs typeface="Aharoni" panose="02010803020104030203" pitchFamily="2" charset="-79"/>
              </a:rPr>
              <a:t>JANUARY, </a:t>
            </a:r>
            <a:r>
              <a:rPr lang="sl-SI" sz="3200" dirty="0">
                <a:latin typeface="Aharoni" panose="02010803020104030203" pitchFamily="2" charset="-79"/>
                <a:cs typeface="Aharoni" panose="02010803020104030203" pitchFamily="2" charset="-79"/>
              </a:rPr>
              <a:t>2026</a:t>
            </a:r>
          </a:p>
          <a:p>
            <a:endParaRPr lang="sl-SI" sz="2000" dirty="0"/>
          </a:p>
        </p:txBody>
      </p:sp>
    </p:spTree>
    <p:extLst>
      <p:ext uri="{BB962C8B-B14F-4D97-AF65-F5344CB8AC3E}">
        <p14:creationId xmlns:p14="http://schemas.microsoft.com/office/powerpoint/2010/main" val="2789697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C016890-C605-A880-F60A-A21456C03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sl-SI" dirty="0"/>
              <a:t>OUTCOMES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C2BFC09-0BCD-8108-923B-5BE2A83CF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56275"/>
            <a:ext cx="10890929" cy="3904008"/>
          </a:xfrm>
        </p:spPr>
        <p:txBody>
          <a:bodyPr>
            <a:normAutofit fontScale="92500" lnSpcReduction="10000"/>
          </a:bodyPr>
          <a:lstStyle/>
          <a:p>
            <a:r>
              <a:rPr lang="sl-SI" dirty="0"/>
              <a:t>KEY RESULTS:</a:t>
            </a:r>
          </a:p>
          <a:p>
            <a:pPr lvl="1"/>
            <a:r>
              <a:rPr lang="sl-SI" dirty="0"/>
              <a:t>Identified what students do with their old phones after they get a new one</a:t>
            </a:r>
          </a:p>
          <a:p>
            <a:pPr lvl="1"/>
            <a:r>
              <a:rPr lang="sl-SI" dirty="0"/>
              <a:t>Gathered info on e-waste awareness among students</a:t>
            </a:r>
          </a:p>
          <a:p>
            <a:r>
              <a:rPr lang="en-US" dirty="0"/>
              <a:t>ACHIEVEMENTS VS. OBJECTIVES</a:t>
            </a:r>
          </a:p>
          <a:p>
            <a:pPr lvl="1"/>
            <a:r>
              <a:rPr lang="en-US" dirty="0"/>
              <a:t>Successfully gathered and processed survey data</a:t>
            </a:r>
          </a:p>
          <a:p>
            <a:pPr lvl="1"/>
            <a:r>
              <a:rPr lang="en-US" dirty="0"/>
              <a:t>Gathered and explored repair, resale and recycling options in Slovenia</a:t>
            </a:r>
          </a:p>
          <a:p>
            <a:pPr lvl="1"/>
            <a:r>
              <a:rPr lang="en-US" dirty="0"/>
              <a:t>Provided sustainable and achievable alternatives to reasons why people do not recycle their phones</a:t>
            </a:r>
          </a:p>
          <a:p>
            <a:r>
              <a:rPr lang="en-US" dirty="0"/>
              <a:t>IMPACTS</a:t>
            </a:r>
          </a:p>
          <a:p>
            <a:pPr lvl="1"/>
            <a:r>
              <a:rPr lang="en-US" dirty="0"/>
              <a:t>Spread awareness in recycling and e-waste management</a:t>
            </a:r>
          </a:p>
          <a:p>
            <a:pPr lvl="1"/>
            <a:r>
              <a:rPr lang="sl-SI" dirty="0"/>
              <a:t>Promote </a:t>
            </a:r>
            <a:r>
              <a:rPr lang="en-US" dirty="0"/>
              <a:t>environmentally responsible disposal</a:t>
            </a:r>
            <a:endParaRPr lang="sl-SI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9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A8BC2-363F-54DB-12DF-1316EC75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F46DB75-D8AF-3849-3EFA-30AE7FF11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D8CABDD-BA6E-8CF9-9270-6A1F73CB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LESSONS LEARNED  AND REMAINING WORK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481FF2E-0BF0-10E5-27CC-026C9C210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lang="sl-SI" dirty="0"/>
              <a:t>LESSONS LEARNED</a:t>
            </a:r>
          </a:p>
          <a:p>
            <a:pPr lvl="1"/>
            <a:r>
              <a:rPr lang="sl-SI" dirty="0"/>
              <a:t>Students are not insentivised to recycle their old devices</a:t>
            </a:r>
          </a:p>
          <a:p>
            <a:pPr lvl="1"/>
            <a:r>
              <a:rPr lang="sl-SI" dirty="0"/>
              <a:t>Buyback programs do not promote circual industry</a:t>
            </a:r>
          </a:p>
          <a:p>
            <a:pPr lvl="1"/>
            <a:r>
              <a:rPr lang="sl-SI" dirty="0"/>
              <a:t>Students of FRI and FMF are aware of e-waste problematic</a:t>
            </a:r>
          </a:p>
          <a:p>
            <a:r>
              <a:rPr lang="sl-SI" dirty="0"/>
              <a:t>REMAINING WORK</a:t>
            </a:r>
          </a:p>
          <a:p>
            <a:pPr lvl="1"/>
            <a:r>
              <a:rPr lang="sl-SI" dirty="0"/>
              <a:t>Final evaluation of survey data</a:t>
            </a:r>
          </a:p>
          <a:p>
            <a:pPr lvl="1"/>
            <a:r>
              <a:rPr lang="sl-SI" dirty="0"/>
              <a:t>Refinment on solutions to e-waste managamnet segment</a:t>
            </a:r>
          </a:p>
          <a:p>
            <a:pPr lvl="1"/>
            <a:r>
              <a:rPr lang="sl-SI" dirty="0"/>
              <a:t>Identification of further resarch points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AF55AC-6383-4DC7-6E6D-EF7672E73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97117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143</Words>
  <Application>Microsoft Macintosh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Aharoni</vt:lpstr>
      <vt:lpstr>Arial</vt:lpstr>
      <vt:lpstr>Grandview Display</vt:lpstr>
      <vt:lpstr>DashVTI</vt:lpstr>
      <vt:lpstr>Smartphone Lifecycles and  E-Waste Awareness among Students</vt:lpstr>
      <vt:lpstr>OUTCOMES</vt:lpstr>
      <vt:lpstr>LESSONS LEARNED  AND REMAINING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Bobnič, Nina</dc:creator>
  <cp:lastModifiedBy>Ilovar, Mark</cp:lastModifiedBy>
  <cp:revision>3</cp:revision>
  <dcterms:created xsi:type="dcterms:W3CDTF">2025-11-05T12:45:08Z</dcterms:created>
  <dcterms:modified xsi:type="dcterms:W3CDTF">2026-01-06T19:09:36Z</dcterms:modified>
</cp:coreProperties>
</file>