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F45BC-C3BE-4AF1-9967-2515F83E2CDA}" type="doc">
      <dgm:prSet loTypeId="urn:microsoft.com/office/officeart/2008/layout/LinedList" loCatId="list" qsTypeId="urn:microsoft.com/office/officeart/2005/8/quickstyle/simple1" qsCatId="simple" csTypeId="urn:microsoft.com/office/officeart/2005/8/colors/accent6_1" csCatId="accent6"/>
      <dgm:spPr/>
      <dgm:t>
        <a:bodyPr/>
        <a:lstStyle/>
        <a:p>
          <a:endParaRPr lang="en-US"/>
        </a:p>
      </dgm:t>
    </dgm:pt>
    <dgm:pt modelId="{0E43A5C1-743D-4B31-8738-BAB5C9C8AA01}">
      <dgm:prSet/>
      <dgm:spPr/>
      <dgm:t>
        <a:bodyPr/>
        <a:lstStyle/>
        <a:p>
          <a:r>
            <a:rPr lang="en-US" b="1"/>
            <a:t>Milestones Achieved</a:t>
          </a:r>
          <a:endParaRPr lang="en-US"/>
        </a:p>
      </dgm:t>
    </dgm:pt>
    <dgm:pt modelId="{195ACE76-5D33-4B71-8BEA-0BE949F1A7AE}" type="parTrans" cxnId="{03487029-6464-4685-A79E-3405A8F5A1AD}">
      <dgm:prSet/>
      <dgm:spPr/>
      <dgm:t>
        <a:bodyPr/>
        <a:lstStyle/>
        <a:p>
          <a:endParaRPr lang="en-US"/>
        </a:p>
      </dgm:t>
    </dgm:pt>
    <dgm:pt modelId="{97946EA4-8474-4724-863F-08E71B4A39D7}" type="sibTrans" cxnId="{03487029-6464-4685-A79E-3405A8F5A1AD}">
      <dgm:prSet/>
      <dgm:spPr/>
      <dgm:t>
        <a:bodyPr/>
        <a:lstStyle/>
        <a:p>
          <a:endParaRPr lang="en-US"/>
        </a:p>
      </dgm:t>
    </dgm:pt>
    <dgm:pt modelId="{5B8828D2-121E-4729-8C05-EDC33055768F}">
      <dgm:prSet/>
      <dgm:spPr/>
      <dgm:t>
        <a:bodyPr/>
        <a:lstStyle/>
        <a:p>
          <a:r>
            <a:rPr lang="en-US"/>
            <a:t>Preliminary survey designed</a:t>
          </a:r>
        </a:p>
      </dgm:t>
    </dgm:pt>
    <dgm:pt modelId="{76C2C3B8-033D-4358-BC1D-51E09D2FD07E}" type="parTrans" cxnId="{63C2077B-C16C-4C51-ABA5-294141CBCB44}">
      <dgm:prSet/>
      <dgm:spPr/>
      <dgm:t>
        <a:bodyPr/>
        <a:lstStyle/>
        <a:p>
          <a:endParaRPr lang="en-US"/>
        </a:p>
      </dgm:t>
    </dgm:pt>
    <dgm:pt modelId="{D29BCB4F-6563-4979-ABAF-749C6107EF98}" type="sibTrans" cxnId="{63C2077B-C16C-4C51-ABA5-294141CBCB44}">
      <dgm:prSet/>
      <dgm:spPr/>
      <dgm:t>
        <a:bodyPr/>
        <a:lstStyle/>
        <a:p>
          <a:endParaRPr lang="en-US"/>
        </a:p>
      </dgm:t>
    </dgm:pt>
    <dgm:pt modelId="{79CC1B17-F1A1-40C6-AD99-42C264F1767F}">
      <dgm:prSet/>
      <dgm:spPr/>
      <dgm:t>
        <a:bodyPr/>
        <a:lstStyle/>
        <a:p>
          <a:r>
            <a:rPr lang="en-US"/>
            <a:t>Shared among students (150 responses from 4 faculties)</a:t>
          </a:r>
        </a:p>
      </dgm:t>
    </dgm:pt>
    <dgm:pt modelId="{0D845E2F-E55A-4095-B7C5-A543922CCB4D}" type="parTrans" cxnId="{ABAD7E3B-2207-4527-A14A-96CCF09F8511}">
      <dgm:prSet/>
      <dgm:spPr/>
      <dgm:t>
        <a:bodyPr/>
        <a:lstStyle/>
        <a:p>
          <a:endParaRPr lang="en-US"/>
        </a:p>
      </dgm:t>
    </dgm:pt>
    <dgm:pt modelId="{2D31B1E3-1A40-44A4-B149-181506929614}" type="sibTrans" cxnId="{ABAD7E3B-2207-4527-A14A-96CCF09F8511}">
      <dgm:prSet/>
      <dgm:spPr/>
      <dgm:t>
        <a:bodyPr/>
        <a:lstStyle/>
        <a:p>
          <a:endParaRPr lang="en-US"/>
        </a:p>
      </dgm:t>
    </dgm:pt>
    <dgm:pt modelId="{20BE481B-C4C4-4652-A623-3433FA3F5C59}">
      <dgm:prSet/>
      <dgm:spPr/>
      <dgm:t>
        <a:bodyPr/>
        <a:lstStyle/>
        <a:p>
          <a:r>
            <a:rPr lang="en-US"/>
            <a:t>Preliminary analysis of survey results</a:t>
          </a:r>
        </a:p>
      </dgm:t>
    </dgm:pt>
    <dgm:pt modelId="{2B0540F6-8D45-48B0-968E-A59893D4A07C}" type="parTrans" cxnId="{CFB818C8-3DD1-4543-B6D5-946959F1A9B3}">
      <dgm:prSet/>
      <dgm:spPr/>
      <dgm:t>
        <a:bodyPr/>
        <a:lstStyle/>
        <a:p>
          <a:endParaRPr lang="en-US"/>
        </a:p>
      </dgm:t>
    </dgm:pt>
    <dgm:pt modelId="{5500C910-3399-4A04-B727-21008B69AA34}" type="sibTrans" cxnId="{CFB818C8-3DD1-4543-B6D5-946959F1A9B3}">
      <dgm:prSet/>
      <dgm:spPr/>
      <dgm:t>
        <a:bodyPr/>
        <a:lstStyle/>
        <a:p>
          <a:endParaRPr lang="en-US"/>
        </a:p>
      </dgm:t>
    </dgm:pt>
    <dgm:pt modelId="{3ED64D7C-CCDA-410D-AAF5-B9218820F846}">
      <dgm:prSet/>
      <dgm:spPr/>
      <dgm:t>
        <a:bodyPr/>
        <a:lstStyle/>
        <a:p>
          <a:r>
            <a:rPr lang="en-US"/>
            <a:t>Initial research on phone returns and recycling</a:t>
          </a:r>
        </a:p>
      </dgm:t>
    </dgm:pt>
    <dgm:pt modelId="{2E8898FC-2E6C-4520-885E-095898B271B4}" type="parTrans" cxnId="{88AF3699-2D57-405B-B356-E4A305EC3135}">
      <dgm:prSet/>
      <dgm:spPr/>
      <dgm:t>
        <a:bodyPr/>
        <a:lstStyle/>
        <a:p>
          <a:endParaRPr lang="en-US"/>
        </a:p>
      </dgm:t>
    </dgm:pt>
    <dgm:pt modelId="{3CF04216-3AF2-4182-9E95-695193BFAB18}" type="sibTrans" cxnId="{88AF3699-2D57-405B-B356-E4A305EC3135}">
      <dgm:prSet/>
      <dgm:spPr/>
      <dgm:t>
        <a:bodyPr/>
        <a:lstStyle/>
        <a:p>
          <a:endParaRPr lang="en-US"/>
        </a:p>
      </dgm:t>
    </dgm:pt>
    <dgm:pt modelId="{5EC02F22-74B4-4A0F-BA9B-CEABAD960344}">
      <dgm:prSet/>
      <dgm:spPr/>
      <dgm:t>
        <a:bodyPr/>
        <a:lstStyle/>
        <a:p>
          <a:r>
            <a:rPr lang="en-US" b="1"/>
            <a:t>Results and Findings</a:t>
          </a:r>
          <a:endParaRPr lang="en-US"/>
        </a:p>
      </dgm:t>
    </dgm:pt>
    <dgm:pt modelId="{6E4D033F-DA18-4A67-B155-86AB1A18E49C}" type="parTrans" cxnId="{8F78216A-B715-4877-A327-DA17B4EA8715}">
      <dgm:prSet/>
      <dgm:spPr/>
      <dgm:t>
        <a:bodyPr/>
        <a:lstStyle/>
        <a:p>
          <a:endParaRPr lang="en-US"/>
        </a:p>
      </dgm:t>
    </dgm:pt>
    <dgm:pt modelId="{E72E08CB-4915-4A19-A087-BCA7192F6073}" type="sibTrans" cxnId="{8F78216A-B715-4877-A327-DA17B4EA8715}">
      <dgm:prSet/>
      <dgm:spPr/>
      <dgm:t>
        <a:bodyPr/>
        <a:lstStyle/>
        <a:p>
          <a:endParaRPr lang="en-US"/>
        </a:p>
      </dgm:t>
    </dgm:pt>
    <dgm:pt modelId="{A3F37907-712F-442F-B048-4585CE90A7E0}">
      <dgm:prSet/>
      <dgm:spPr/>
      <dgm:t>
        <a:bodyPr/>
        <a:lstStyle/>
        <a:p>
          <a:r>
            <a:rPr lang="en-US"/>
            <a:t>Most phones are kept at home as spare devices</a:t>
          </a:r>
        </a:p>
      </dgm:t>
    </dgm:pt>
    <dgm:pt modelId="{9AD9D958-B960-41DD-8638-6B381112F142}" type="parTrans" cxnId="{346FEB65-4290-4905-BD74-4947DD92EA41}">
      <dgm:prSet/>
      <dgm:spPr/>
      <dgm:t>
        <a:bodyPr/>
        <a:lstStyle/>
        <a:p>
          <a:endParaRPr lang="en-US"/>
        </a:p>
      </dgm:t>
    </dgm:pt>
    <dgm:pt modelId="{D37854E4-1417-4A58-902A-002F6DE632BE}" type="sibTrans" cxnId="{346FEB65-4290-4905-BD74-4947DD92EA41}">
      <dgm:prSet/>
      <dgm:spPr/>
      <dgm:t>
        <a:bodyPr/>
        <a:lstStyle/>
        <a:p>
          <a:endParaRPr lang="en-US"/>
        </a:p>
      </dgm:t>
    </dgm:pt>
    <dgm:pt modelId="{69FBADB9-14C1-4C09-AEA4-344381AAEEAF}">
      <dgm:prSet/>
      <dgm:spPr/>
      <dgm:t>
        <a:bodyPr/>
        <a:lstStyle/>
        <a:p>
          <a:r>
            <a:rPr lang="en-US"/>
            <a:t>Students usually replace phones only when they break or become unusable</a:t>
          </a:r>
        </a:p>
      </dgm:t>
    </dgm:pt>
    <dgm:pt modelId="{E5EBA2EB-B064-4185-A030-2F9D7F6E5F6F}" type="parTrans" cxnId="{BAFE99C2-1AF8-45D8-94AE-443F1BB289E6}">
      <dgm:prSet/>
      <dgm:spPr/>
      <dgm:t>
        <a:bodyPr/>
        <a:lstStyle/>
        <a:p>
          <a:endParaRPr lang="en-US"/>
        </a:p>
      </dgm:t>
    </dgm:pt>
    <dgm:pt modelId="{98BFC317-E640-4569-99E3-9688E74E1BD2}" type="sibTrans" cxnId="{BAFE99C2-1AF8-45D8-94AE-443F1BB289E6}">
      <dgm:prSet/>
      <dgm:spPr/>
      <dgm:t>
        <a:bodyPr/>
        <a:lstStyle/>
        <a:p>
          <a:endParaRPr lang="en-US"/>
        </a:p>
      </dgm:t>
    </dgm:pt>
    <dgm:pt modelId="{6E28DD9F-564A-4133-A5BB-6EF36CBC8377}">
      <dgm:prSet/>
      <dgm:spPr/>
      <dgm:t>
        <a:bodyPr/>
        <a:lstStyle/>
        <a:p>
          <a:r>
            <a:rPr lang="en-US"/>
            <a:t>Money earned from reselling phones is low</a:t>
          </a:r>
        </a:p>
      </dgm:t>
    </dgm:pt>
    <dgm:pt modelId="{3C406378-C3E0-4AAF-9DE0-90D14EB231EA}" type="parTrans" cxnId="{513EDCFF-71A2-4B81-A1C9-485FD065AE56}">
      <dgm:prSet/>
      <dgm:spPr/>
      <dgm:t>
        <a:bodyPr/>
        <a:lstStyle/>
        <a:p>
          <a:endParaRPr lang="en-US"/>
        </a:p>
      </dgm:t>
    </dgm:pt>
    <dgm:pt modelId="{0B0FD7B5-E110-4DB7-9D66-4716D4DF7A5A}" type="sibTrans" cxnId="{513EDCFF-71A2-4B81-A1C9-485FD065AE56}">
      <dgm:prSet/>
      <dgm:spPr/>
      <dgm:t>
        <a:bodyPr/>
        <a:lstStyle/>
        <a:p>
          <a:endParaRPr lang="en-US"/>
        </a:p>
      </dgm:t>
    </dgm:pt>
    <dgm:pt modelId="{015783EE-9209-4053-9EF9-63361BB8A6A5}">
      <dgm:prSet/>
      <dgm:spPr/>
      <dgm:t>
        <a:bodyPr/>
        <a:lstStyle/>
        <a:p>
          <a:r>
            <a:rPr lang="en-US"/>
            <a:t>Few students use phone reselling as a method to dispose of old phones</a:t>
          </a:r>
        </a:p>
      </dgm:t>
    </dgm:pt>
    <dgm:pt modelId="{33C8D7A6-61BA-4637-99C0-F40264C23CE8}" type="parTrans" cxnId="{2F4F5354-9851-4CC1-9BBF-57C959EF4096}">
      <dgm:prSet/>
      <dgm:spPr/>
      <dgm:t>
        <a:bodyPr/>
        <a:lstStyle/>
        <a:p>
          <a:endParaRPr lang="en-US"/>
        </a:p>
      </dgm:t>
    </dgm:pt>
    <dgm:pt modelId="{E74D7EA5-89F9-466F-8C9C-D39111D40E0C}" type="sibTrans" cxnId="{2F4F5354-9851-4CC1-9BBF-57C959EF4096}">
      <dgm:prSet/>
      <dgm:spPr/>
      <dgm:t>
        <a:bodyPr/>
        <a:lstStyle/>
        <a:p>
          <a:endParaRPr lang="en-US"/>
        </a:p>
      </dgm:t>
    </dgm:pt>
    <dgm:pt modelId="{44C3E93D-5BD6-4D0B-84A2-50C9700CADDB}">
      <dgm:prSet/>
      <dgm:spPr/>
      <dgm:t>
        <a:bodyPr/>
        <a:lstStyle/>
        <a:p>
          <a:r>
            <a:rPr lang="en-US" b="1"/>
            <a:t>Comparison to Plan</a:t>
          </a:r>
          <a:endParaRPr lang="en-US"/>
        </a:p>
      </dgm:t>
    </dgm:pt>
    <dgm:pt modelId="{08F6DB68-098E-4690-9563-9F37258CC5A0}" type="parTrans" cxnId="{B843935B-FEF4-4592-91B6-16C9D6098391}">
      <dgm:prSet/>
      <dgm:spPr/>
      <dgm:t>
        <a:bodyPr/>
        <a:lstStyle/>
        <a:p>
          <a:endParaRPr lang="en-US"/>
        </a:p>
      </dgm:t>
    </dgm:pt>
    <dgm:pt modelId="{60EB432C-C3AE-42D3-8BEF-6B18E5411009}" type="sibTrans" cxnId="{B843935B-FEF4-4592-91B6-16C9D6098391}">
      <dgm:prSet/>
      <dgm:spPr/>
      <dgm:t>
        <a:bodyPr/>
        <a:lstStyle/>
        <a:p>
          <a:endParaRPr lang="en-US"/>
        </a:p>
      </dgm:t>
    </dgm:pt>
    <dgm:pt modelId="{F9492693-8203-40BD-8192-1AC19FC268B0}">
      <dgm:prSet/>
      <dgm:spPr/>
      <dgm:t>
        <a:bodyPr/>
        <a:lstStyle/>
        <a:p>
          <a:r>
            <a:rPr lang="en-US"/>
            <a:t>The timeline is currently on track</a:t>
          </a:r>
        </a:p>
      </dgm:t>
    </dgm:pt>
    <dgm:pt modelId="{7140A671-E7E0-49FD-B7D3-F949FA65F6A3}" type="parTrans" cxnId="{E2C54A13-5F5C-4873-8C68-3A3E33BF745C}">
      <dgm:prSet/>
      <dgm:spPr/>
      <dgm:t>
        <a:bodyPr/>
        <a:lstStyle/>
        <a:p>
          <a:endParaRPr lang="en-US"/>
        </a:p>
      </dgm:t>
    </dgm:pt>
    <dgm:pt modelId="{60884C8D-7109-43E7-B558-385DAC134FA6}" type="sibTrans" cxnId="{E2C54A13-5F5C-4873-8C68-3A3E33BF745C}">
      <dgm:prSet/>
      <dgm:spPr/>
      <dgm:t>
        <a:bodyPr/>
        <a:lstStyle/>
        <a:p>
          <a:endParaRPr lang="en-US"/>
        </a:p>
      </dgm:t>
    </dgm:pt>
    <dgm:pt modelId="{C3A55A2F-BFFC-410C-AB7D-5C2E4DCC65F8}">
      <dgm:prSet/>
      <dgm:spPr/>
      <dgm:t>
        <a:bodyPr/>
        <a:lstStyle/>
        <a:p>
          <a:r>
            <a:rPr lang="en-US"/>
            <a:t>Most research will be conducted in early December</a:t>
          </a:r>
        </a:p>
      </dgm:t>
    </dgm:pt>
    <dgm:pt modelId="{66AE98F1-17D0-418A-8478-B765CBE5F2D3}" type="parTrans" cxnId="{A97DAC63-ECCD-4BF9-B030-1421EB1B7C5E}">
      <dgm:prSet/>
      <dgm:spPr/>
      <dgm:t>
        <a:bodyPr/>
        <a:lstStyle/>
        <a:p>
          <a:endParaRPr lang="en-US"/>
        </a:p>
      </dgm:t>
    </dgm:pt>
    <dgm:pt modelId="{25C9CE85-518F-44B5-9CCE-546D23631591}" type="sibTrans" cxnId="{A97DAC63-ECCD-4BF9-B030-1421EB1B7C5E}">
      <dgm:prSet/>
      <dgm:spPr/>
      <dgm:t>
        <a:bodyPr/>
        <a:lstStyle/>
        <a:p>
          <a:endParaRPr lang="en-US"/>
        </a:p>
      </dgm:t>
    </dgm:pt>
    <dgm:pt modelId="{EEDA452D-5A11-44EB-899B-CC7A41A5AF78}">
      <dgm:prSet/>
      <dgm:spPr/>
      <dgm:t>
        <a:bodyPr/>
        <a:lstStyle/>
        <a:p>
          <a:r>
            <a:rPr lang="en-US"/>
            <a:t>Data analysis is scheduled for the second half of December</a:t>
          </a:r>
        </a:p>
      </dgm:t>
    </dgm:pt>
    <dgm:pt modelId="{1D7F35F2-8F94-46E6-B1DE-07779C9AC5D6}" type="parTrans" cxnId="{D0E1C6F4-CBAC-4D34-B740-54A032982F21}">
      <dgm:prSet/>
      <dgm:spPr/>
      <dgm:t>
        <a:bodyPr/>
        <a:lstStyle/>
        <a:p>
          <a:endParaRPr lang="en-US"/>
        </a:p>
      </dgm:t>
    </dgm:pt>
    <dgm:pt modelId="{0D8549B6-5C03-4EBF-AB6A-431BAB5F2FBF}" type="sibTrans" cxnId="{D0E1C6F4-CBAC-4D34-B740-54A032982F21}">
      <dgm:prSet/>
      <dgm:spPr/>
      <dgm:t>
        <a:bodyPr/>
        <a:lstStyle/>
        <a:p>
          <a:endParaRPr lang="en-US"/>
        </a:p>
      </dgm:t>
    </dgm:pt>
    <dgm:pt modelId="{A3A2EC35-2177-479E-8860-09D74331784F}" type="pres">
      <dgm:prSet presAssocID="{EDBF45BC-C3BE-4AF1-9967-2515F83E2CDA}" presName="vert0" presStyleCnt="0">
        <dgm:presLayoutVars>
          <dgm:dir/>
          <dgm:animOne val="branch"/>
          <dgm:animLvl val="lvl"/>
        </dgm:presLayoutVars>
      </dgm:prSet>
      <dgm:spPr/>
    </dgm:pt>
    <dgm:pt modelId="{DD0E6E66-DCFE-4112-8EB0-AF7509C4C2EC}" type="pres">
      <dgm:prSet presAssocID="{0E43A5C1-743D-4B31-8738-BAB5C9C8AA01}" presName="thickLine" presStyleLbl="alignNode1" presStyleIdx="0" presStyleCnt="3"/>
      <dgm:spPr/>
    </dgm:pt>
    <dgm:pt modelId="{2015BD29-D43A-4231-924D-AFFF48928A54}" type="pres">
      <dgm:prSet presAssocID="{0E43A5C1-743D-4B31-8738-BAB5C9C8AA01}" presName="horz1" presStyleCnt="0"/>
      <dgm:spPr/>
    </dgm:pt>
    <dgm:pt modelId="{6B772B0D-F1AB-467F-B7EE-CA58D04AA0B1}" type="pres">
      <dgm:prSet presAssocID="{0E43A5C1-743D-4B31-8738-BAB5C9C8AA01}" presName="tx1" presStyleLbl="revTx" presStyleIdx="0" presStyleCnt="14"/>
      <dgm:spPr/>
    </dgm:pt>
    <dgm:pt modelId="{3E5F98AF-4238-4661-894E-C3E6F069F4B7}" type="pres">
      <dgm:prSet presAssocID="{0E43A5C1-743D-4B31-8738-BAB5C9C8AA01}" presName="vert1" presStyleCnt="0"/>
      <dgm:spPr/>
    </dgm:pt>
    <dgm:pt modelId="{51DD0D81-C720-4BDC-B3AC-9F6160CA0C06}" type="pres">
      <dgm:prSet presAssocID="{5B8828D2-121E-4729-8C05-EDC33055768F}" presName="vertSpace2a" presStyleCnt="0"/>
      <dgm:spPr/>
    </dgm:pt>
    <dgm:pt modelId="{06D86EF1-DC80-4283-8EFC-E4CA1B1286CC}" type="pres">
      <dgm:prSet presAssocID="{5B8828D2-121E-4729-8C05-EDC33055768F}" presName="horz2" presStyleCnt="0"/>
      <dgm:spPr/>
    </dgm:pt>
    <dgm:pt modelId="{2ED80EB8-F419-4B90-AA2B-CCFE67556D76}" type="pres">
      <dgm:prSet presAssocID="{5B8828D2-121E-4729-8C05-EDC33055768F}" presName="horzSpace2" presStyleCnt="0"/>
      <dgm:spPr/>
    </dgm:pt>
    <dgm:pt modelId="{5157355C-CC97-402D-B445-C552BB099E41}" type="pres">
      <dgm:prSet presAssocID="{5B8828D2-121E-4729-8C05-EDC33055768F}" presName="tx2" presStyleLbl="revTx" presStyleIdx="1" presStyleCnt="14"/>
      <dgm:spPr/>
    </dgm:pt>
    <dgm:pt modelId="{B9A87B5A-4D99-4E33-9803-015BAB47B528}" type="pres">
      <dgm:prSet presAssocID="{5B8828D2-121E-4729-8C05-EDC33055768F}" presName="vert2" presStyleCnt="0"/>
      <dgm:spPr/>
    </dgm:pt>
    <dgm:pt modelId="{BE8A6110-937E-45AB-8DA8-9426DFA9AE05}" type="pres">
      <dgm:prSet presAssocID="{5B8828D2-121E-4729-8C05-EDC33055768F}" presName="thinLine2b" presStyleLbl="callout" presStyleIdx="0" presStyleCnt="11"/>
      <dgm:spPr/>
    </dgm:pt>
    <dgm:pt modelId="{52972D7D-B094-4436-92FC-B204812343FA}" type="pres">
      <dgm:prSet presAssocID="{5B8828D2-121E-4729-8C05-EDC33055768F}" presName="vertSpace2b" presStyleCnt="0"/>
      <dgm:spPr/>
    </dgm:pt>
    <dgm:pt modelId="{AE760CA5-7403-4551-B749-AEDCBCCE41E9}" type="pres">
      <dgm:prSet presAssocID="{79CC1B17-F1A1-40C6-AD99-42C264F1767F}" presName="horz2" presStyleCnt="0"/>
      <dgm:spPr/>
    </dgm:pt>
    <dgm:pt modelId="{49A533FE-37A2-4C54-8A90-6E5482219412}" type="pres">
      <dgm:prSet presAssocID="{79CC1B17-F1A1-40C6-AD99-42C264F1767F}" presName="horzSpace2" presStyleCnt="0"/>
      <dgm:spPr/>
    </dgm:pt>
    <dgm:pt modelId="{5EA72F4E-DE83-4416-BF85-81D39D090722}" type="pres">
      <dgm:prSet presAssocID="{79CC1B17-F1A1-40C6-AD99-42C264F1767F}" presName="tx2" presStyleLbl="revTx" presStyleIdx="2" presStyleCnt="14"/>
      <dgm:spPr/>
    </dgm:pt>
    <dgm:pt modelId="{6A9F2BBF-1E85-4E06-B5F4-F2960FFD68E8}" type="pres">
      <dgm:prSet presAssocID="{79CC1B17-F1A1-40C6-AD99-42C264F1767F}" presName="vert2" presStyleCnt="0"/>
      <dgm:spPr/>
    </dgm:pt>
    <dgm:pt modelId="{4CDA9721-2DB9-4D6F-980F-1EC2367A349E}" type="pres">
      <dgm:prSet presAssocID="{79CC1B17-F1A1-40C6-AD99-42C264F1767F}" presName="thinLine2b" presStyleLbl="callout" presStyleIdx="1" presStyleCnt="11"/>
      <dgm:spPr/>
    </dgm:pt>
    <dgm:pt modelId="{A15D911B-F985-41FF-9F6E-B4BA1EA97BA3}" type="pres">
      <dgm:prSet presAssocID="{79CC1B17-F1A1-40C6-AD99-42C264F1767F}" presName="vertSpace2b" presStyleCnt="0"/>
      <dgm:spPr/>
    </dgm:pt>
    <dgm:pt modelId="{AE9D14DF-83D2-4CA6-87CA-823C902BA01A}" type="pres">
      <dgm:prSet presAssocID="{20BE481B-C4C4-4652-A623-3433FA3F5C59}" presName="horz2" presStyleCnt="0"/>
      <dgm:spPr/>
    </dgm:pt>
    <dgm:pt modelId="{FF86313E-5031-4092-99CF-ABCE6A5348A9}" type="pres">
      <dgm:prSet presAssocID="{20BE481B-C4C4-4652-A623-3433FA3F5C59}" presName="horzSpace2" presStyleCnt="0"/>
      <dgm:spPr/>
    </dgm:pt>
    <dgm:pt modelId="{EC5CB3B8-ECD6-4FB7-B847-908856051B3F}" type="pres">
      <dgm:prSet presAssocID="{20BE481B-C4C4-4652-A623-3433FA3F5C59}" presName="tx2" presStyleLbl="revTx" presStyleIdx="3" presStyleCnt="14"/>
      <dgm:spPr/>
    </dgm:pt>
    <dgm:pt modelId="{D92CA512-276E-4E57-91CF-83A7EB973513}" type="pres">
      <dgm:prSet presAssocID="{20BE481B-C4C4-4652-A623-3433FA3F5C59}" presName="vert2" presStyleCnt="0"/>
      <dgm:spPr/>
    </dgm:pt>
    <dgm:pt modelId="{59F2B052-6061-477D-895F-CF9259630A5C}" type="pres">
      <dgm:prSet presAssocID="{20BE481B-C4C4-4652-A623-3433FA3F5C59}" presName="thinLine2b" presStyleLbl="callout" presStyleIdx="2" presStyleCnt="11"/>
      <dgm:spPr/>
    </dgm:pt>
    <dgm:pt modelId="{1CF9E57B-2967-48A8-8EB0-F142594E1ABC}" type="pres">
      <dgm:prSet presAssocID="{20BE481B-C4C4-4652-A623-3433FA3F5C59}" presName="vertSpace2b" presStyleCnt="0"/>
      <dgm:spPr/>
    </dgm:pt>
    <dgm:pt modelId="{8FB9F727-1AD1-4271-9427-D23E35437673}" type="pres">
      <dgm:prSet presAssocID="{3ED64D7C-CCDA-410D-AAF5-B9218820F846}" presName="horz2" presStyleCnt="0"/>
      <dgm:spPr/>
    </dgm:pt>
    <dgm:pt modelId="{CA13D07E-D564-4AA2-A670-4C8CBFDD3887}" type="pres">
      <dgm:prSet presAssocID="{3ED64D7C-CCDA-410D-AAF5-B9218820F846}" presName="horzSpace2" presStyleCnt="0"/>
      <dgm:spPr/>
    </dgm:pt>
    <dgm:pt modelId="{1DA0377E-ECA6-4924-9A75-8A93F43EAE35}" type="pres">
      <dgm:prSet presAssocID="{3ED64D7C-CCDA-410D-AAF5-B9218820F846}" presName="tx2" presStyleLbl="revTx" presStyleIdx="4" presStyleCnt="14"/>
      <dgm:spPr/>
    </dgm:pt>
    <dgm:pt modelId="{69A4C849-B68F-460F-ADE4-DD6E440C5835}" type="pres">
      <dgm:prSet presAssocID="{3ED64D7C-CCDA-410D-AAF5-B9218820F846}" presName="vert2" presStyleCnt="0"/>
      <dgm:spPr/>
    </dgm:pt>
    <dgm:pt modelId="{679AB403-F520-40F5-9C88-A90872628BE4}" type="pres">
      <dgm:prSet presAssocID="{3ED64D7C-CCDA-410D-AAF5-B9218820F846}" presName="thinLine2b" presStyleLbl="callout" presStyleIdx="3" presStyleCnt="11"/>
      <dgm:spPr/>
    </dgm:pt>
    <dgm:pt modelId="{1CAF9BDB-4830-47F1-910F-13BB4408B55D}" type="pres">
      <dgm:prSet presAssocID="{3ED64D7C-CCDA-410D-AAF5-B9218820F846}" presName="vertSpace2b" presStyleCnt="0"/>
      <dgm:spPr/>
    </dgm:pt>
    <dgm:pt modelId="{C4B940E9-26E6-412E-AB55-1100AB07D19D}" type="pres">
      <dgm:prSet presAssocID="{5EC02F22-74B4-4A0F-BA9B-CEABAD960344}" presName="thickLine" presStyleLbl="alignNode1" presStyleIdx="1" presStyleCnt="3"/>
      <dgm:spPr/>
    </dgm:pt>
    <dgm:pt modelId="{25EB5B31-7484-4D54-AB16-3AB1288714C9}" type="pres">
      <dgm:prSet presAssocID="{5EC02F22-74B4-4A0F-BA9B-CEABAD960344}" presName="horz1" presStyleCnt="0"/>
      <dgm:spPr/>
    </dgm:pt>
    <dgm:pt modelId="{AC669000-56FF-4C50-B2E2-F275D1B0CC2C}" type="pres">
      <dgm:prSet presAssocID="{5EC02F22-74B4-4A0F-BA9B-CEABAD960344}" presName="tx1" presStyleLbl="revTx" presStyleIdx="5" presStyleCnt="14"/>
      <dgm:spPr/>
    </dgm:pt>
    <dgm:pt modelId="{64BEB89E-153B-4CA2-9F69-611DC2806B34}" type="pres">
      <dgm:prSet presAssocID="{5EC02F22-74B4-4A0F-BA9B-CEABAD960344}" presName="vert1" presStyleCnt="0"/>
      <dgm:spPr/>
    </dgm:pt>
    <dgm:pt modelId="{F64B4FD0-778B-4BE8-AE10-59890EDA5D97}" type="pres">
      <dgm:prSet presAssocID="{A3F37907-712F-442F-B048-4585CE90A7E0}" presName="vertSpace2a" presStyleCnt="0"/>
      <dgm:spPr/>
    </dgm:pt>
    <dgm:pt modelId="{2BC683A5-CCC1-44BE-9B25-A696A7667EFE}" type="pres">
      <dgm:prSet presAssocID="{A3F37907-712F-442F-B048-4585CE90A7E0}" presName="horz2" presStyleCnt="0"/>
      <dgm:spPr/>
    </dgm:pt>
    <dgm:pt modelId="{3C836CD1-53CB-4DC2-9741-1BE6F92E242D}" type="pres">
      <dgm:prSet presAssocID="{A3F37907-712F-442F-B048-4585CE90A7E0}" presName="horzSpace2" presStyleCnt="0"/>
      <dgm:spPr/>
    </dgm:pt>
    <dgm:pt modelId="{909DDA9B-4E97-4A06-9637-3331E40E4A99}" type="pres">
      <dgm:prSet presAssocID="{A3F37907-712F-442F-B048-4585CE90A7E0}" presName="tx2" presStyleLbl="revTx" presStyleIdx="6" presStyleCnt="14"/>
      <dgm:spPr/>
    </dgm:pt>
    <dgm:pt modelId="{0F63C680-FB7F-4EAE-B2D5-8567B2B0196B}" type="pres">
      <dgm:prSet presAssocID="{A3F37907-712F-442F-B048-4585CE90A7E0}" presName="vert2" presStyleCnt="0"/>
      <dgm:spPr/>
    </dgm:pt>
    <dgm:pt modelId="{E3493725-2D1C-427D-A9B0-4D0A4386DC2B}" type="pres">
      <dgm:prSet presAssocID="{A3F37907-712F-442F-B048-4585CE90A7E0}" presName="thinLine2b" presStyleLbl="callout" presStyleIdx="4" presStyleCnt="11"/>
      <dgm:spPr/>
    </dgm:pt>
    <dgm:pt modelId="{F2CD8B39-76D2-4065-8324-434B53459D6F}" type="pres">
      <dgm:prSet presAssocID="{A3F37907-712F-442F-B048-4585CE90A7E0}" presName="vertSpace2b" presStyleCnt="0"/>
      <dgm:spPr/>
    </dgm:pt>
    <dgm:pt modelId="{001F2E1E-9228-46BF-8AF4-E6C5060F482B}" type="pres">
      <dgm:prSet presAssocID="{69FBADB9-14C1-4C09-AEA4-344381AAEEAF}" presName="horz2" presStyleCnt="0"/>
      <dgm:spPr/>
    </dgm:pt>
    <dgm:pt modelId="{52871BE4-CB1E-4763-A555-666713E6E611}" type="pres">
      <dgm:prSet presAssocID="{69FBADB9-14C1-4C09-AEA4-344381AAEEAF}" presName="horzSpace2" presStyleCnt="0"/>
      <dgm:spPr/>
    </dgm:pt>
    <dgm:pt modelId="{DDED663B-38C7-49F1-97A0-379513D38299}" type="pres">
      <dgm:prSet presAssocID="{69FBADB9-14C1-4C09-AEA4-344381AAEEAF}" presName="tx2" presStyleLbl="revTx" presStyleIdx="7" presStyleCnt="14"/>
      <dgm:spPr/>
    </dgm:pt>
    <dgm:pt modelId="{7EA07510-ABF3-406A-B250-346C354ED917}" type="pres">
      <dgm:prSet presAssocID="{69FBADB9-14C1-4C09-AEA4-344381AAEEAF}" presName="vert2" presStyleCnt="0"/>
      <dgm:spPr/>
    </dgm:pt>
    <dgm:pt modelId="{26C24C47-48D0-4C8A-A59C-B6A5B15573AB}" type="pres">
      <dgm:prSet presAssocID="{69FBADB9-14C1-4C09-AEA4-344381AAEEAF}" presName="thinLine2b" presStyleLbl="callout" presStyleIdx="5" presStyleCnt="11"/>
      <dgm:spPr/>
    </dgm:pt>
    <dgm:pt modelId="{8CEBE383-FA9C-4FB7-812C-8A131A13CE0E}" type="pres">
      <dgm:prSet presAssocID="{69FBADB9-14C1-4C09-AEA4-344381AAEEAF}" presName="vertSpace2b" presStyleCnt="0"/>
      <dgm:spPr/>
    </dgm:pt>
    <dgm:pt modelId="{45C9EB48-EE72-4562-BA00-63038851D1BD}" type="pres">
      <dgm:prSet presAssocID="{6E28DD9F-564A-4133-A5BB-6EF36CBC8377}" presName="horz2" presStyleCnt="0"/>
      <dgm:spPr/>
    </dgm:pt>
    <dgm:pt modelId="{969E8E15-6944-4890-9396-106ACFDCDF0A}" type="pres">
      <dgm:prSet presAssocID="{6E28DD9F-564A-4133-A5BB-6EF36CBC8377}" presName="horzSpace2" presStyleCnt="0"/>
      <dgm:spPr/>
    </dgm:pt>
    <dgm:pt modelId="{CAA598EA-DEE9-49C5-964E-03217EF20B45}" type="pres">
      <dgm:prSet presAssocID="{6E28DD9F-564A-4133-A5BB-6EF36CBC8377}" presName="tx2" presStyleLbl="revTx" presStyleIdx="8" presStyleCnt="14"/>
      <dgm:spPr/>
    </dgm:pt>
    <dgm:pt modelId="{A0356D07-206A-42A8-81BA-1845C9CDED51}" type="pres">
      <dgm:prSet presAssocID="{6E28DD9F-564A-4133-A5BB-6EF36CBC8377}" presName="vert2" presStyleCnt="0"/>
      <dgm:spPr/>
    </dgm:pt>
    <dgm:pt modelId="{3A94BC7B-49BB-4070-9B6E-80F2CFFDDC3A}" type="pres">
      <dgm:prSet presAssocID="{6E28DD9F-564A-4133-A5BB-6EF36CBC8377}" presName="thinLine2b" presStyleLbl="callout" presStyleIdx="6" presStyleCnt="11"/>
      <dgm:spPr/>
    </dgm:pt>
    <dgm:pt modelId="{D0490FCA-A640-4799-B391-B44EEC57AE0C}" type="pres">
      <dgm:prSet presAssocID="{6E28DD9F-564A-4133-A5BB-6EF36CBC8377}" presName="vertSpace2b" presStyleCnt="0"/>
      <dgm:spPr/>
    </dgm:pt>
    <dgm:pt modelId="{7F824F0E-13C9-4AD3-AD95-CFDDAA1A8E17}" type="pres">
      <dgm:prSet presAssocID="{015783EE-9209-4053-9EF9-63361BB8A6A5}" presName="horz2" presStyleCnt="0"/>
      <dgm:spPr/>
    </dgm:pt>
    <dgm:pt modelId="{F0EDD719-8796-462B-BF08-AA9E7421A442}" type="pres">
      <dgm:prSet presAssocID="{015783EE-9209-4053-9EF9-63361BB8A6A5}" presName="horzSpace2" presStyleCnt="0"/>
      <dgm:spPr/>
    </dgm:pt>
    <dgm:pt modelId="{F81E9D2C-672F-4C9D-A1EA-EED8617F668A}" type="pres">
      <dgm:prSet presAssocID="{015783EE-9209-4053-9EF9-63361BB8A6A5}" presName="tx2" presStyleLbl="revTx" presStyleIdx="9" presStyleCnt="14"/>
      <dgm:spPr/>
    </dgm:pt>
    <dgm:pt modelId="{BBE4AD0A-F0B7-4968-8657-A9E8B2424F74}" type="pres">
      <dgm:prSet presAssocID="{015783EE-9209-4053-9EF9-63361BB8A6A5}" presName="vert2" presStyleCnt="0"/>
      <dgm:spPr/>
    </dgm:pt>
    <dgm:pt modelId="{6C43D72B-527B-42C2-8129-5CE32BBB8BD6}" type="pres">
      <dgm:prSet presAssocID="{015783EE-9209-4053-9EF9-63361BB8A6A5}" presName="thinLine2b" presStyleLbl="callout" presStyleIdx="7" presStyleCnt="11"/>
      <dgm:spPr/>
    </dgm:pt>
    <dgm:pt modelId="{CB1B320C-9024-4FD4-BD6B-7CE5CF7A292A}" type="pres">
      <dgm:prSet presAssocID="{015783EE-9209-4053-9EF9-63361BB8A6A5}" presName="vertSpace2b" presStyleCnt="0"/>
      <dgm:spPr/>
    </dgm:pt>
    <dgm:pt modelId="{895756EC-5E6D-4B60-B312-DC934C289DAB}" type="pres">
      <dgm:prSet presAssocID="{44C3E93D-5BD6-4D0B-84A2-50C9700CADDB}" presName="thickLine" presStyleLbl="alignNode1" presStyleIdx="2" presStyleCnt="3"/>
      <dgm:spPr/>
    </dgm:pt>
    <dgm:pt modelId="{589A48A1-8C00-41A3-AA58-D40AD854DA87}" type="pres">
      <dgm:prSet presAssocID="{44C3E93D-5BD6-4D0B-84A2-50C9700CADDB}" presName="horz1" presStyleCnt="0"/>
      <dgm:spPr/>
    </dgm:pt>
    <dgm:pt modelId="{717C5BB9-40DC-4D3E-B551-34EA68AF4D6B}" type="pres">
      <dgm:prSet presAssocID="{44C3E93D-5BD6-4D0B-84A2-50C9700CADDB}" presName="tx1" presStyleLbl="revTx" presStyleIdx="10" presStyleCnt="14"/>
      <dgm:spPr/>
    </dgm:pt>
    <dgm:pt modelId="{81C15BAE-07B5-4461-B166-C1DD5C3A0769}" type="pres">
      <dgm:prSet presAssocID="{44C3E93D-5BD6-4D0B-84A2-50C9700CADDB}" presName="vert1" presStyleCnt="0"/>
      <dgm:spPr/>
    </dgm:pt>
    <dgm:pt modelId="{BC390B4B-9B3F-4F72-8038-D4B87BC64E13}" type="pres">
      <dgm:prSet presAssocID="{F9492693-8203-40BD-8192-1AC19FC268B0}" presName="vertSpace2a" presStyleCnt="0"/>
      <dgm:spPr/>
    </dgm:pt>
    <dgm:pt modelId="{C9EFA7A9-0EC9-4AA7-AD01-E4E3C1964274}" type="pres">
      <dgm:prSet presAssocID="{F9492693-8203-40BD-8192-1AC19FC268B0}" presName="horz2" presStyleCnt="0"/>
      <dgm:spPr/>
    </dgm:pt>
    <dgm:pt modelId="{0C78DDC4-E353-4490-9EAE-3F1FF8819A36}" type="pres">
      <dgm:prSet presAssocID="{F9492693-8203-40BD-8192-1AC19FC268B0}" presName="horzSpace2" presStyleCnt="0"/>
      <dgm:spPr/>
    </dgm:pt>
    <dgm:pt modelId="{8C3EEFDB-8A16-4695-9602-56B923EF1801}" type="pres">
      <dgm:prSet presAssocID="{F9492693-8203-40BD-8192-1AC19FC268B0}" presName="tx2" presStyleLbl="revTx" presStyleIdx="11" presStyleCnt="14"/>
      <dgm:spPr/>
    </dgm:pt>
    <dgm:pt modelId="{31F01933-FB2F-4BB3-9DB4-D77F9B9BC2E8}" type="pres">
      <dgm:prSet presAssocID="{F9492693-8203-40BD-8192-1AC19FC268B0}" presName="vert2" presStyleCnt="0"/>
      <dgm:spPr/>
    </dgm:pt>
    <dgm:pt modelId="{B494D575-C6D2-4FE0-8575-1435C125A8AB}" type="pres">
      <dgm:prSet presAssocID="{F9492693-8203-40BD-8192-1AC19FC268B0}" presName="thinLine2b" presStyleLbl="callout" presStyleIdx="8" presStyleCnt="11"/>
      <dgm:spPr/>
    </dgm:pt>
    <dgm:pt modelId="{90A82E91-220F-4B9D-8BBC-761CA010825F}" type="pres">
      <dgm:prSet presAssocID="{F9492693-8203-40BD-8192-1AC19FC268B0}" presName="vertSpace2b" presStyleCnt="0"/>
      <dgm:spPr/>
    </dgm:pt>
    <dgm:pt modelId="{B836870C-6320-4633-A45D-DD4B10191823}" type="pres">
      <dgm:prSet presAssocID="{C3A55A2F-BFFC-410C-AB7D-5C2E4DCC65F8}" presName="horz2" presStyleCnt="0"/>
      <dgm:spPr/>
    </dgm:pt>
    <dgm:pt modelId="{76AAD6AD-D250-4131-9861-7ABB71A36633}" type="pres">
      <dgm:prSet presAssocID="{C3A55A2F-BFFC-410C-AB7D-5C2E4DCC65F8}" presName="horzSpace2" presStyleCnt="0"/>
      <dgm:spPr/>
    </dgm:pt>
    <dgm:pt modelId="{F6A981E0-E06A-498F-B609-84BFD2F9F37F}" type="pres">
      <dgm:prSet presAssocID="{C3A55A2F-BFFC-410C-AB7D-5C2E4DCC65F8}" presName="tx2" presStyleLbl="revTx" presStyleIdx="12" presStyleCnt="14"/>
      <dgm:spPr/>
    </dgm:pt>
    <dgm:pt modelId="{4A88EBEA-F0DA-4C87-B2BD-1F4D46DF53EA}" type="pres">
      <dgm:prSet presAssocID="{C3A55A2F-BFFC-410C-AB7D-5C2E4DCC65F8}" presName="vert2" presStyleCnt="0"/>
      <dgm:spPr/>
    </dgm:pt>
    <dgm:pt modelId="{1DED226E-AF94-48AD-809C-AA3E92E5D005}" type="pres">
      <dgm:prSet presAssocID="{C3A55A2F-BFFC-410C-AB7D-5C2E4DCC65F8}" presName="thinLine2b" presStyleLbl="callout" presStyleIdx="9" presStyleCnt="11"/>
      <dgm:spPr/>
    </dgm:pt>
    <dgm:pt modelId="{3AC67C82-35B0-4880-9AD3-B9ED2740B62A}" type="pres">
      <dgm:prSet presAssocID="{C3A55A2F-BFFC-410C-AB7D-5C2E4DCC65F8}" presName="vertSpace2b" presStyleCnt="0"/>
      <dgm:spPr/>
    </dgm:pt>
    <dgm:pt modelId="{02E008C5-1236-4DD6-8C53-517C87DF9F9B}" type="pres">
      <dgm:prSet presAssocID="{EEDA452D-5A11-44EB-899B-CC7A41A5AF78}" presName="horz2" presStyleCnt="0"/>
      <dgm:spPr/>
    </dgm:pt>
    <dgm:pt modelId="{6E008DD8-35BC-4A3D-8F17-54329E38E0CC}" type="pres">
      <dgm:prSet presAssocID="{EEDA452D-5A11-44EB-899B-CC7A41A5AF78}" presName="horzSpace2" presStyleCnt="0"/>
      <dgm:spPr/>
    </dgm:pt>
    <dgm:pt modelId="{C6C9C65B-5BDE-4E4B-B5E8-9A30954B4CA7}" type="pres">
      <dgm:prSet presAssocID="{EEDA452D-5A11-44EB-899B-CC7A41A5AF78}" presName="tx2" presStyleLbl="revTx" presStyleIdx="13" presStyleCnt="14"/>
      <dgm:spPr/>
    </dgm:pt>
    <dgm:pt modelId="{6931C291-C494-4332-BCEB-C9D2A71E882A}" type="pres">
      <dgm:prSet presAssocID="{EEDA452D-5A11-44EB-899B-CC7A41A5AF78}" presName="vert2" presStyleCnt="0"/>
      <dgm:spPr/>
    </dgm:pt>
    <dgm:pt modelId="{6186E046-D60D-4905-87B2-365D805958FE}" type="pres">
      <dgm:prSet presAssocID="{EEDA452D-5A11-44EB-899B-CC7A41A5AF78}" presName="thinLine2b" presStyleLbl="callout" presStyleIdx="10" presStyleCnt="11"/>
      <dgm:spPr/>
    </dgm:pt>
    <dgm:pt modelId="{6FDD2E38-0EEC-4BB8-8BAC-7E6CA55482C0}" type="pres">
      <dgm:prSet presAssocID="{EEDA452D-5A11-44EB-899B-CC7A41A5AF78}" presName="vertSpace2b" presStyleCnt="0"/>
      <dgm:spPr/>
    </dgm:pt>
  </dgm:ptLst>
  <dgm:cxnLst>
    <dgm:cxn modelId="{110DCD0A-D9D9-4AF2-A5F9-44C561B159F6}" type="presOf" srcId="{79CC1B17-F1A1-40C6-AD99-42C264F1767F}" destId="{5EA72F4E-DE83-4416-BF85-81D39D090722}" srcOrd="0" destOrd="0" presId="urn:microsoft.com/office/officeart/2008/layout/LinedList"/>
    <dgm:cxn modelId="{E2C54A13-5F5C-4873-8C68-3A3E33BF745C}" srcId="{44C3E93D-5BD6-4D0B-84A2-50C9700CADDB}" destId="{F9492693-8203-40BD-8192-1AC19FC268B0}" srcOrd="0" destOrd="0" parTransId="{7140A671-E7E0-49FD-B7D3-F949FA65F6A3}" sibTransId="{60884C8D-7109-43E7-B558-385DAC134FA6}"/>
    <dgm:cxn modelId="{98AC3514-CDFF-4180-985E-AAAB52F0BCC0}" type="presOf" srcId="{5B8828D2-121E-4729-8C05-EDC33055768F}" destId="{5157355C-CC97-402D-B445-C552BB099E41}" srcOrd="0" destOrd="0" presId="urn:microsoft.com/office/officeart/2008/layout/LinedList"/>
    <dgm:cxn modelId="{03487029-6464-4685-A79E-3405A8F5A1AD}" srcId="{EDBF45BC-C3BE-4AF1-9967-2515F83E2CDA}" destId="{0E43A5C1-743D-4B31-8738-BAB5C9C8AA01}" srcOrd="0" destOrd="0" parTransId="{195ACE76-5D33-4B71-8BEA-0BE949F1A7AE}" sibTransId="{97946EA4-8474-4724-863F-08E71B4A39D7}"/>
    <dgm:cxn modelId="{ABAD7E3B-2207-4527-A14A-96CCF09F8511}" srcId="{0E43A5C1-743D-4B31-8738-BAB5C9C8AA01}" destId="{79CC1B17-F1A1-40C6-AD99-42C264F1767F}" srcOrd="1" destOrd="0" parTransId="{0D845E2F-E55A-4095-B7C5-A543922CCB4D}" sibTransId="{2D31B1E3-1A40-44A4-B149-181506929614}"/>
    <dgm:cxn modelId="{2E2D313D-B06D-4FCF-A059-0E2440BD99D9}" type="presOf" srcId="{44C3E93D-5BD6-4D0B-84A2-50C9700CADDB}" destId="{717C5BB9-40DC-4D3E-B551-34EA68AF4D6B}" srcOrd="0" destOrd="0" presId="urn:microsoft.com/office/officeart/2008/layout/LinedList"/>
    <dgm:cxn modelId="{C3858B3E-85F5-496B-88E7-11A3DB6305BD}" type="presOf" srcId="{C3A55A2F-BFFC-410C-AB7D-5C2E4DCC65F8}" destId="{F6A981E0-E06A-498F-B609-84BFD2F9F37F}" srcOrd="0" destOrd="0" presId="urn:microsoft.com/office/officeart/2008/layout/LinedList"/>
    <dgm:cxn modelId="{B843935B-FEF4-4592-91B6-16C9D6098391}" srcId="{EDBF45BC-C3BE-4AF1-9967-2515F83E2CDA}" destId="{44C3E93D-5BD6-4D0B-84A2-50C9700CADDB}" srcOrd="2" destOrd="0" parTransId="{08F6DB68-098E-4690-9563-9F37258CC5A0}" sibTransId="{60EB432C-C3AE-42D3-8BEF-6B18E5411009}"/>
    <dgm:cxn modelId="{899C2C5F-64AF-44CD-8CEC-331D7D357EBC}" type="presOf" srcId="{0E43A5C1-743D-4B31-8738-BAB5C9C8AA01}" destId="{6B772B0D-F1AB-467F-B7EE-CA58D04AA0B1}" srcOrd="0" destOrd="0" presId="urn:microsoft.com/office/officeart/2008/layout/LinedList"/>
    <dgm:cxn modelId="{3BA8FB62-39C5-4599-93A7-04BB9D4B1DB7}" type="presOf" srcId="{69FBADB9-14C1-4C09-AEA4-344381AAEEAF}" destId="{DDED663B-38C7-49F1-97A0-379513D38299}" srcOrd="0" destOrd="0" presId="urn:microsoft.com/office/officeart/2008/layout/LinedList"/>
    <dgm:cxn modelId="{A97DAC63-ECCD-4BF9-B030-1421EB1B7C5E}" srcId="{44C3E93D-5BD6-4D0B-84A2-50C9700CADDB}" destId="{C3A55A2F-BFFC-410C-AB7D-5C2E4DCC65F8}" srcOrd="1" destOrd="0" parTransId="{66AE98F1-17D0-418A-8478-B765CBE5F2D3}" sibTransId="{25C9CE85-518F-44B5-9CCE-546D23631591}"/>
    <dgm:cxn modelId="{6EC71965-9BCD-49DF-B3E1-F0932C85CC6B}" type="presOf" srcId="{F9492693-8203-40BD-8192-1AC19FC268B0}" destId="{8C3EEFDB-8A16-4695-9602-56B923EF1801}" srcOrd="0" destOrd="0" presId="urn:microsoft.com/office/officeart/2008/layout/LinedList"/>
    <dgm:cxn modelId="{346FEB65-4290-4905-BD74-4947DD92EA41}" srcId="{5EC02F22-74B4-4A0F-BA9B-CEABAD960344}" destId="{A3F37907-712F-442F-B048-4585CE90A7E0}" srcOrd="0" destOrd="0" parTransId="{9AD9D958-B960-41DD-8638-6B381112F142}" sibTransId="{D37854E4-1417-4A58-902A-002F6DE632BE}"/>
    <dgm:cxn modelId="{8F78216A-B715-4877-A327-DA17B4EA8715}" srcId="{EDBF45BC-C3BE-4AF1-9967-2515F83E2CDA}" destId="{5EC02F22-74B4-4A0F-BA9B-CEABAD960344}" srcOrd="1" destOrd="0" parTransId="{6E4D033F-DA18-4A67-B155-86AB1A18E49C}" sibTransId="{E72E08CB-4915-4A19-A087-BCA7192F6073}"/>
    <dgm:cxn modelId="{1FFB1E4B-F018-41B7-B760-8980F24E7E87}" type="presOf" srcId="{EEDA452D-5A11-44EB-899B-CC7A41A5AF78}" destId="{C6C9C65B-5BDE-4E4B-B5E8-9A30954B4CA7}" srcOrd="0" destOrd="0" presId="urn:microsoft.com/office/officeart/2008/layout/LinedList"/>
    <dgm:cxn modelId="{2F4F5354-9851-4CC1-9BBF-57C959EF4096}" srcId="{5EC02F22-74B4-4A0F-BA9B-CEABAD960344}" destId="{015783EE-9209-4053-9EF9-63361BB8A6A5}" srcOrd="3" destOrd="0" parTransId="{33C8D7A6-61BA-4637-99C0-F40264C23CE8}" sibTransId="{E74D7EA5-89F9-466F-8C9C-D39111D40E0C}"/>
    <dgm:cxn modelId="{63C2077B-C16C-4C51-ABA5-294141CBCB44}" srcId="{0E43A5C1-743D-4B31-8738-BAB5C9C8AA01}" destId="{5B8828D2-121E-4729-8C05-EDC33055768F}" srcOrd="0" destOrd="0" parTransId="{76C2C3B8-033D-4358-BC1D-51E09D2FD07E}" sibTransId="{D29BCB4F-6563-4979-ABAF-749C6107EF98}"/>
    <dgm:cxn modelId="{5A0FE988-1CEF-4F6C-BDC0-0ECBAAA8756B}" type="presOf" srcId="{3ED64D7C-CCDA-410D-AAF5-B9218820F846}" destId="{1DA0377E-ECA6-4924-9A75-8A93F43EAE35}" srcOrd="0" destOrd="0" presId="urn:microsoft.com/office/officeart/2008/layout/LinedList"/>
    <dgm:cxn modelId="{88AF3699-2D57-405B-B356-E4A305EC3135}" srcId="{0E43A5C1-743D-4B31-8738-BAB5C9C8AA01}" destId="{3ED64D7C-CCDA-410D-AAF5-B9218820F846}" srcOrd="3" destOrd="0" parTransId="{2E8898FC-2E6C-4520-885E-095898B271B4}" sibTransId="{3CF04216-3AF2-4182-9E95-695193BFAB18}"/>
    <dgm:cxn modelId="{2321389D-BF54-46C2-A9D1-12A4CD039057}" type="presOf" srcId="{EDBF45BC-C3BE-4AF1-9967-2515F83E2CDA}" destId="{A3A2EC35-2177-479E-8860-09D74331784F}" srcOrd="0" destOrd="0" presId="urn:microsoft.com/office/officeart/2008/layout/LinedList"/>
    <dgm:cxn modelId="{90DD069E-11AB-412E-9DEF-4B4E0A639C6C}" type="presOf" srcId="{5EC02F22-74B4-4A0F-BA9B-CEABAD960344}" destId="{AC669000-56FF-4C50-B2E2-F275D1B0CC2C}" srcOrd="0" destOrd="0" presId="urn:microsoft.com/office/officeart/2008/layout/LinedList"/>
    <dgm:cxn modelId="{DA0BBFA7-E395-4014-8C3F-11FDCCE32B3E}" type="presOf" srcId="{015783EE-9209-4053-9EF9-63361BB8A6A5}" destId="{F81E9D2C-672F-4C9D-A1EA-EED8617F668A}" srcOrd="0" destOrd="0" presId="urn:microsoft.com/office/officeart/2008/layout/LinedList"/>
    <dgm:cxn modelId="{BAFE99C2-1AF8-45D8-94AE-443F1BB289E6}" srcId="{5EC02F22-74B4-4A0F-BA9B-CEABAD960344}" destId="{69FBADB9-14C1-4C09-AEA4-344381AAEEAF}" srcOrd="1" destOrd="0" parTransId="{E5EBA2EB-B064-4185-A030-2F9D7F6E5F6F}" sibTransId="{98BFC317-E640-4569-99E3-9688E74E1BD2}"/>
    <dgm:cxn modelId="{CFB818C8-3DD1-4543-B6D5-946959F1A9B3}" srcId="{0E43A5C1-743D-4B31-8738-BAB5C9C8AA01}" destId="{20BE481B-C4C4-4652-A623-3433FA3F5C59}" srcOrd="2" destOrd="0" parTransId="{2B0540F6-8D45-48B0-968E-A59893D4A07C}" sibTransId="{5500C910-3399-4A04-B727-21008B69AA34}"/>
    <dgm:cxn modelId="{FEDAC2D7-87CE-47FA-A774-C9B8E9D7AF94}" type="presOf" srcId="{20BE481B-C4C4-4652-A623-3433FA3F5C59}" destId="{EC5CB3B8-ECD6-4FB7-B847-908856051B3F}" srcOrd="0" destOrd="0" presId="urn:microsoft.com/office/officeart/2008/layout/LinedList"/>
    <dgm:cxn modelId="{5EC2DAEC-44D8-46A4-88D7-4F817A6033A8}" type="presOf" srcId="{A3F37907-712F-442F-B048-4585CE90A7E0}" destId="{909DDA9B-4E97-4A06-9637-3331E40E4A99}" srcOrd="0" destOrd="0" presId="urn:microsoft.com/office/officeart/2008/layout/LinedList"/>
    <dgm:cxn modelId="{D0E1C6F4-CBAC-4D34-B740-54A032982F21}" srcId="{44C3E93D-5BD6-4D0B-84A2-50C9700CADDB}" destId="{EEDA452D-5A11-44EB-899B-CC7A41A5AF78}" srcOrd="2" destOrd="0" parTransId="{1D7F35F2-8F94-46E6-B1DE-07779C9AC5D6}" sibTransId="{0D8549B6-5C03-4EBF-AB6A-431BAB5F2FBF}"/>
    <dgm:cxn modelId="{03AE97FD-2740-4CE0-B95E-EC4485ACBEA4}" type="presOf" srcId="{6E28DD9F-564A-4133-A5BB-6EF36CBC8377}" destId="{CAA598EA-DEE9-49C5-964E-03217EF20B45}" srcOrd="0" destOrd="0" presId="urn:microsoft.com/office/officeart/2008/layout/LinedList"/>
    <dgm:cxn modelId="{513EDCFF-71A2-4B81-A1C9-485FD065AE56}" srcId="{5EC02F22-74B4-4A0F-BA9B-CEABAD960344}" destId="{6E28DD9F-564A-4133-A5BB-6EF36CBC8377}" srcOrd="2" destOrd="0" parTransId="{3C406378-C3E0-4AAF-9DE0-90D14EB231EA}" sibTransId="{0B0FD7B5-E110-4DB7-9D66-4716D4DF7A5A}"/>
    <dgm:cxn modelId="{79928E5B-F611-4F29-92CD-E734978C77F3}" type="presParOf" srcId="{A3A2EC35-2177-479E-8860-09D74331784F}" destId="{DD0E6E66-DCFE-4112-8EB0-AF7509C4C2EC}" srcOrd="0" destOrd="0" presId="urn:microsoft.com/office/officeart/2008/layout/LinedList"/>
    <dgm:cxn modelId="{3490C435-665F-4114-842C-05AE2740D414}" type="presParOf" srcId="{A3A2EC35-2177-479E-8860-09D74331784F}" destId="{2015BD29-D43A-4231-924D-AFFF48928A54}" srcOrd="1" destOrd="0" presId="urn:microsoft.com/office/officeart/2008/layout/LinedList"/>
    <dgm:cxn modelId="{151D0429-CC61-47EF-8616-93ABC214967E}" type="presParOf" srcId="{2015BD29-D43A-4231-924D-AFFF48928A54}" destId="{6B772B0D-F1AB-467F-B7EE-CA58D04AA0B1}" srcOrd="0" destOrd="0" presId="urn:microsoft.com/office/officeart/2008/layout/LinedList"/>
    <dgm:cxn modelId="{44A0B17C-AE15-470D-88AB-D98F5DA34936}" type="presParOf" srcId="{2015BD29-D43A-4231-924D-AFFF48928A54}" destId="{3E5F98AF-4238-4661-894E-C3E6F069F4B7}" srcOrd="1" destOrd="0" presId="urn:microsoft.com/office/officeart/2008/layout/LinedList"/>
    <dgm:cxn modelId="{E6EFB05F-4EA5-497B-9F68-79546553F983}" type="presParOf" srcId="{3E5F98AF-4238-4661-894E-C3E6F069F4B7}" destId="{51DD0D81-C720-4BDC-B3AC-9F6160CA0C06}" srcOrd="0" destOrd="0" presId="urn:microsoft.com/office/officeart/2008/layout/LinedList"/>
    <dgm:cxn modelId="{CC557043-A332-4B4B-AA9C-62EB1E397D53}" type="presParOf" srcId="{3E5F98AF-4238-4661-894E-C3E6F069F4B7}" destId="{06D86EF1-DC80-4283-8EFC-E4CA1B1286CC}" srcOrd="1" destOrd="0" presId="urn:microsoft.com/office/officeart/2008/layout/LinedList"/>
    <dgm:cxn modelId="{82650B0C-2D47-45D1-AE68-F595E4A7D351}" type="presParOf" srcId="{06D86EF1-DC80-4283-8EFC-E4CA1B1286CC}" destId="{2ED80EB8-F419-4B90-AA2B-CCFE67556D76}" srcOrd="0" destOrd="0" presId="urn:microsoft.com/office/officeart/2008/layout/LinedList"/>
    <dgm:cxn modelId="{38610C14-007D-4DC3-AD28-B66A0E1AA123}" type="presParOf" srcId="{06D86EF1-DC80-4283-8EFC-E4CA1B1286CC}" destId="{5157355C-CC97-402D-B445-C552BB099E41}" srcOrd="1" destOrd="0" presId="urn:microsoft.com/office/officeart/2008/layout/LinedList"/>
    <dgm:cxn modelId="{BB006F3B-7B52-44CF-839E-E5F531F3E392}" type="presParOf" srcId="{06D86EF1-DC80-4283-8EFC-E4CA1B1286CC}" destId="{B9A87B5A-4D99-4E33-9803-015BAB47B528}" srcOrd="2" destOrd="0" presId="urn:microsoft.com/office/officeart/2008/layout/LinedList"/>
    <dgm:cxn modelId="{B2416E5C-520D-4E67-B18C-F1E3DAAE80E3}" type="presParOf" srcId="{3E5F98AF-4238-4661-894E-C3E6F069F4B7}" destId="{BE8A6110-937E-45AB-8DA8-9426DFA9AE05}" srcOrd="2" destOrd="0" presId="urn:microsoft.com/office/officeart/2008/layout/LinedList"/>
    <dgm:cxn modelId="{69F81E12-7458-4EA3-BF69-461E8BA7A501}" type="presParOf" srcId="{3E5F98AF-4238-4661-894E-C3E6F069F4B7}" destId="{52972D7D-B094-4436-92FC-B204812343FA}" srcOrd="3" destOrd="0" presId="urn:microsoft.com/office/officeart/2008/layout/LinedList"/>
    <dgm:cxn modelId="{11494213-68BE-419A-BB6E-BB602FAADB96}" type="presParOf" srcId="{3E5F98AF-4238-4661-894E-C3E6F069F4B7}" destId="{AE760CA5-7403-4551-B749-AEDCBCCE41E9}" srcOrd="4" destOrd="0" presId="urn:microsoft.com/office/officeart/2008/layout/LinedList"/>
    <dgm:cxn modelId="{1363544B-E1E0-4EA3-A760-48E3A49B6FD3}" type="presParOf" srcId="{AE760CA5-7403-4551-B749-AEDCBCCE41E9}" destId="{49A533FE-37A2-4C54-8A90-6E5482219412}" srcOrd="0" destOrd="0" presId="urn:microsoft.com/office/officeart/2008/layout/LinedList"/>
    <dgm:cxn modelId="{DC06CE45-3313-4E76-94BE-9756ACFEDFFE}" type="presParOf" srcId="{AE760CA5-7403-4551-B749-AEDCBCCE41E9}" destId="{5EA72F4E-DE83-4416-BF85-81D39D090722}" srcOrd="1" destOrd="0" presId="urn:microsoft.com/office/officeart/2008/layout/LinedList"/>
    <dgm:cxn modelId="{48968846-706B-4614-B153-39106E9F2DE5}" type="presParOf" srcId="{AE760CA5-7403-4551-B749-AEDCBCCE41E9}" destId="{6A9F2BBF-1E85-4E06-B5F4-F2960FFD68E8}" srcOrd="2" destOrd="0" presId="urn:microsoft.com/office/officeart/2008/layout/LinedList"/>
    <dgm:cxn modelId="{4D45138A-7639-4683-B267-A3B74326E12A}" type="presParOf" srcId="{3E5F98AF-4238-4661-894E-C3E6F069F4B7}" destId="{4CDA9721-2DB9-4D6F-980F-1EC2367A349E}" srcOrd="5" destOrd="0" presId="urn:microsoft.com/office/officeart/2008/layout/LinedList"/>
    <dgm:cxn modelId="{F862341F-21A8-48B9-87DC-3F8B08A9303B}" type="presParOf" srcId="{3E5F98AF-4238-4661-894E-C3E6F069F4B7}" destId="{A15D911B-F985-41FF-9F6E-B4BA1EA97BA3}" srcOrd="6" destOrd="0" presId="urn:microsoft.com/office/officeart/2008/layout/LinedList"/>
    <dgm:cxn modelId="{AD6C9555-ED37-4875-8A29-D4298D1F21B7}" type="presParOf" srcId="{3E5F98AF-4238-4661-894E-C3E6F069F4B7}" destId="{AE9D14DF-83D2-4CA6-87CA-823C902BA01A}" srcOrd="7" destOrd="0" presId="urn:microsoft.com/office/officeart/2008/layout/LinedList"/>
    <dgm:cxn modelId="{28A1C3EE-B0BB-458F-964E-65EF957756FD}" type="presParOf" srcId="{AE9D14DF-83D2-4CA6-87CA-823C902BA01A}" destId="{FF86313E-5031-4092-99CF-ABCE6A5348A9}" srcOrd="0" destOrd="0" presId="urn:microsoft.com/office/officeart/2008/layout/LinedList"/>
    <dgm:cxn modelId="{D5CAB394-33B9-4336-B6A8-287847D477BF}" type="presParOf" srcId="{AE9D14DF-83D2-4CA6-87CA-823C902BA01A}" destId="{EC5CB3B8-ECD6-4FB7-B847-908856051B3F}" srcOrd="1" destOrd="0" presId="urn:microsoft.com/office/officeart/2008/layout/LinedList"/>
    <dgm:cxn modelId="{D060E4A6-D8BE-4369-8F44-EEC27726FD34}" type="presParOf" srcId="{AE9D14DF-83D2-4CA6-87CA-823C902BA01A}" destId="{D92CA512-276E-4E57-91CF-83A7EB973513}" srcOrd="2" destOrd="0" presId="urn:microsoft.com/office/officeart/2008/layout/LinedList"/>
    <dgm:cxn modelId="{617876B0-98D8-46BC-8E41-A1E1600B43D3}" type="presParOf" srcId="{3E5F98AF-4238-4661-894E-C3E6F069F4B7}" destId="{59F2B052-6061-477D-895F-CF9259630A5C}" srcOrd="8" destOrd="0" presId="urn:microsoft.com/office/officeart/2008/layout/LinedList"/>
    <dgm:cxn modelId="{5B6C12E5-DF49-4535-B8BC-7FD04E8B88C4}" type="presParOf" srcId="{3E5F98AF-4238-4661-894E-C3E6F069F4B7}" destId="{1CF9E57B-2967-48A8-8EB0-F142594E1ABC}" srcOrd="9" destOrd="0" presId="urn:microsoft.com/office/officeart/2008/layout/LinedList"/>
    <dgm:cxn modelId="{80CFC5AE-42C7-434E-BE2C-D8EFD55FB567}" type="presParOf" srcId="{3E5F98AF-4238-4661-894E-C3E6F069F4B7}" destId="{8FB9F727-1AD1-4271-9427-D23E35437673}" srcOrd="10" destOrd="0" presId="urn:microsoft.com/office/officeart/2008/layout/LinedList"/>
    <dgm:cxn modelId="{5FDF5C50-4F8C-4308-90F9-16CFF9B227FE}" type="presParOf" srcId="{8FB9F727-1AD1-4271-9427-D23E35437673}" destId="{CA13D07E-D564-4AA2-A670-4C8CBFDD3887}" srcOrd="0" destOrd="0" presId="urn:microsoft.com/office/officeart/2008/layout/LinedList"/>
    <dgm:cxn modelId="{C37EBAA9-9B65-4007-94C8-8F1B608FD258}" type="presParOf" srcId="{8FB9F727-1AD1-4271-9427-D23E35437673}" destId="{1DA0377E-ECA6-4924-9A75-8A93F43EAE35}" srcOrd="1" destOrd="0" presId="urn:microsoft.com/office/officeart/2008/layout/LinedList"/>
    <dgm:cxn modelId="{E0F89694-34F4-438B-9D40-40B763822740}" type="presParOf" srcId="{8FB9F727-1AD1-4271-9427-D23E35437673}" destId="{69A4C849-B68F-460F-ADE4-DD6E440C5835}" srcOrd="2" destOrd="0" presId="urn:microsoft.com/office/officeart/2008/layout/LinedList"/>
    <dgm:cxn modelId="{792E5BAE-A1B7-4B4A-9FC3-FB0494ED6D06}" type="presParOf" srcId="{3E5F98AF-4238-4661-894E-C3E6F069F4B7}" destId="{679AB403-F520-40F5-9C88-A90872628BE4}" srcOrd="11" destOrd="0" presId="urn:microsoft.com/office/officeart/2008/layout/LinedList"/>
    <dgm:cxn modelId="{B8B8CF34-6768-48BF-8607-2B2AF011890A}" type="presParOf" srcId="{3E5F98AF-4238-4661-894E-C3E6F069F4B7}" destId="{1CAF9BDB-4830-47F1-910F-13BB4408B55D}" srcOrd="12" destOrd="0" presId="urn:microsoft.com/office/officeart/2008/layout/LinedList"/>
    <dgm:cxn modelId="{71087CDA-E051-46F9-9801-1A240B28720F}" type="presParOf" srcId="{A3A2EC35-2177-479E-8860-09D74331784F}" destId="{C4B940E9-26E6-412E-AB55-1100AB07D19D}" srcOrd="2" destOrd="0" presId="urn:microsoft.com/office/officeart/2008/layout/LinedList"/>
    <dgm:cxn modelId="{295A8C99-643E-4F75-9371-844D4A8B7F65}" type="presParOf" srcId="{A3A2EC35-2177-479E-8860-09D74331784F}" destId="{25EB5B31-7484-4D54-AB16-3AB1288714C9}" srcOrd="3" destOrd="0" presId="urn:microsoft.com/office/officeart/2008/layout/LinedList"/>
    <dgm:cxn modelId="{1C15C972-FB3E-4BD6-8AD9-6B4D01F3633A}" type="presParOf" srcId="{25EB5B31-7484-4D54-AB16-3AB1288714C9}" destId="{AC669000-56FF-4C50-B2E2-F275D1B0CC2C}" srcOrd="0" destOrd="0" presId="urn:microsoft.com/office/officeart/2008/layout/LinedList"/>
    <dgm:cxn modelId="{8C20524A-156B-4272-AC04-9B146389817B}" type="presParOf" srcId="{25EB5B31-7484-4D54-AB16-3AB1288714C9}" destId="{64BEB89E-153B-4CA2-9F69-611DC2806B34}" srcOrd="1" destOrd="0" presId="urn:microsoft.com/office/officeart/2008/layout/LinedList"/>
    <dgm:cxn modelId="{39F6AF8F-C46D-4F4A-B175-A9859D8FDE71}" type="presParOf" srcId="{64BEB89E-153B-4CA2-9F69-611DC2806B34}" destId="{F64B4FD0-778B-4BE8-AE10-59890EDA5D97}" srcOrd="0" destOrd="0" presId="urn:microsoft.com/office/officeart/2008/layout/LinedList"/>
    <dgm:cxn modelId="{950D3D21-CC9E-407D-9910-05F2FCA2AEC1}" type="presParOf" srcId="{64BEB89E-153B-4CA2-9F69-611DC2806B34}" destId="{2BC683A5-CCC1-44BE-9B25-A696A7667EFE}" srcOrd="1" destOrd="0" presId="urn:microsoft.com/office/officeart/2008/layout/LinedList"/>
    <dgm:cxn modelId="{9E5802A9-ABC0-4A38-B93A-64198A9EA116}" type="presParOf" srcId="{2BC683A5-CCC1-44BE-9B25-A696A7667EFE}" destId="{3C836CD1-53CB-4DC2-9741-1BE6F92E242D}" srcOrd="0" destOrd="0" presId="urn:microsoft.com/office/officeart/2008/layout/LinedList"/>
    <dgm:cxn modelId="{A2D21EF7-4832-416D-BD81-539686C7732B}" type="presParOf" srcId="{2BC683A5-CCC1-44BE-9B25-A696A7667EFE}" destId="{909DDA9B-4E97-4A06-9637-3331E40E4A99}" srcOrd="1" destOrd="0" presId="urn:microsoft.com/office/officeart/2008/layout/LinedList"/>
    <dgm:cxn modelId="{7B9ABFC7-7AD5-46AD-9B3F-4447CD08F299}" type="presParOf" srcId="{2BC683A5-CCC1-44BE-9B25-A696A7667EFE}" destId="{0F63C680-FB7F-4EAE-B2D5-8567B2B0196B}" srcOrd="2" destOrd="0" presId="urn:microsoft.com/office/officeart/2008/layout/LinedList"/>
    <dgm:cxn modelId="{78626561-00E6-474B-9251-EEC0B4F388BE}" type="presParOf" srcId="{64BEB89E-153B-4CA2-9F69-611DC2806B34}" destId="{E3493725-2D1C-427D-A9B0-4D0A4386DC2B}" srcOrd="2" destOrd="0" presId="urn:microsoft.com/office/officeart/2008/layout/LinedList"/>
    <dgm:cxn modelId="{0CB3B12C-1D7F-49A4-9C00-7D4B524434AB}" type="presParOf" srcId="{64BEB89E-153B-4CA2-9F69-611DC2806B34}" destId="{F2CD8B39-76D2-4065-8324-434B53459D6F}" srcOrd="3" destOrd="0" presId="urn:microsoft.com/office/officeart/2008/layout/LinedList"/>
    <dgm:cxn modelId="{65D7EA1A-5653-429F-A5E9-C69EF181A094}" type="presParOf" srcId="{64BEB89E-153B-4CA2-9F69-611DC2806B34}" destId="{001F2E1E-9228-46BF-8AF4-E6C5060F482B}" srcOrd="4" destOrd="0" presId="urn:microsoft.com/office/officeart/2008/layout/LinedList"/>
    <dgm:cxn modelId="{B44D3D83-21C1-46DB-9510-316697EF57AE}" type="presParOf" srcId="{001F2E1E-9228-46BF-8AF4-E6C5060F482B}" destId="{52871BE4-CB1E-4763-A555-666713E6E611}" srcOrd="0" destOrd="0" presId="urn:microsoft.com/office/officeart/2008/layout/LinedList"/>
    <dgm:cxn modelId="{7B0860BC-03B6-46F6-BA41-AA5E9F97AE45}" type="presParOf" srcId="{001F2E1E-9228-46BF-8AF4-E6C5060F482B}" destId="{DDED663B-38C7-49F1-97A0-379513D38299}" srcOrd="1" destOrd="0" presId="urn:microsoft.com/office/officeart/2008/layout/LinedList"/>
    <dgm:cxn modelId="{31647796-2599-4A7D-9365-4AD46809279A}" type="presParOf" srcId="{001F2E1E-9228-46BF-8AF4-E6C5060F482B}" destId="{7EA07510-ABF3-406A-B250-346C354ED917}" srcOrd="2" destOrd="0" presId="urn:microsoft.com/office/officeart/2008/layout/LinedList"/>
    <dgm:cxn modelId="{824E6FD6-FA8E-4A52-A65A-99F84A277565}" type="presParOf" srcId="{64BEB89E-153B-4CA2-9F69-611DC2806B34}" destId="{26C24C47-48D0-4C8A-A59C-B6A5B15573AB}" srcOrd="5" destOrd="0" presId="urn:microsoft.com/office/officeart/2008/layout/LinedList"/>
    <dgm:cxn modelId="{147FB260-BFDF-4206-A82B-D3D7C9E19620}" type="presParOf" srcId="{64BEB89E-153B-4CA2-9F69-611DC2806B34}" destId="{8CEBE383-FA9C-4FB7-812C-8A131A13CE0E}" srcOrd="6" destOrd="0" presId="urn:microsoft.com/office/officeart/2008/layout/LinedList"/>
    <dgm:cxn modelId="{922FD852-58F2-40E8-A550-F6EE25DB75FC}" type="presParOf" srcId="{64BEB89E-153B-4CA2-9F69-611DC2806B34}" destId="{45C9EB48-EE72-4562-BA00-63038851D1BD}" srcOrd="7" destOrd="0" presId="urn:microsoft.com/office/officeart/2008/layout/LinedList"/>
    <dgm:cxn modelId="{A56F2E86-5AF5-4535-9211-02CD9A5453A4}" type="presParOf" srcId="{45C9EB48-EE72-4562-BA00-63038851D1BD}" destId="{969E8E15-6944-4890-9396-106ACFDCDF0A}" srcOrd="0" destOrd="0" presId="urn:microsoft.com/office/officeart/2008/layout/LinedList"/>
    <dgm:cxn modelId="{1013AAFB-E474-46E4-9E74-B8D939F55653}" type="presParOf" srcId="{45C9EB48-EE72-4562-BA00-63038851D1BD}" destId="{CAA598EA-DEE9-49C5-964E-03217EF20B45}" srcOrd="1" destOrd="0" presId="urn:microsoft.com/office/officeart/2008/layout/LinedList"/>
    <dgm:cxn modelId="{923557FE-48B2-4143-AC99-653F0B559C2E}" type="presParOf" srcId="{45C9EB48-EE72-4562-BA00-63038851D1BD}" destId="{A0356D07-206A-42A8-81BA-1845C9CDED51}" srcOrd="2" destOrd="0" presId="urn:microsoft.com/office/officeart/2008/layout/LinedList"/>
    <dgm:cxn modelId="{49B251C9-E2DE-4FE0-AD6A-992831E87492}" type="presParOf" srcId="{64BEB89E-153B-4CA2-9F69-611DC2806B34}" destId="{3A94BC7B-49BB-4070-9B6E-80F2CFFDDC3A}" srcOrd="8" destOrd="0" presId="urn:microsoft.com/office/officeart/2008/layout/LinedList"/>
    <dgm:cxn modelId="{FCD52E69-B0A7-4517-AF1B-A93ED775C29D}" type="presParOf" srcId="{64BEB89E-153B-4CA2-9F69-611DC2806B34}" destId="{D0490FCA-A640-4799-B391-B44EEC57AE0C}" srcOrd="9" destOrd="0" presId="urn:microsoft.com/office/officeart/2008/layout/LinedList"/>
    <dgm:cxn modelId="{8A6EF4F1-8FD8-4B03-AD59-4A1244901060}" type="presParOf" srcId="{64BEB89E-153B-4CA2-9F69-611DC2806B34}" destId="{7F824F0E-13C9-4AD3-AD95-CFDDAA1A8E17}" srcOrd="10" destOrd="0" presId="urn:microsoft.com/office/officeart/2008/layout/LinedList"/>
    <dgm:cxn modelId="{DB092234-B9E1-46A3-A7FC-9CC13E121CC5}" type="presParOf" srcId="{7F824F0E-13C9-4AD3-AD95-CFDDAA1A8E17}" destId="{F0EDD719-8796-462B-BF08-AA9E7421A442}" srcOrd="0" destOrd="0" presId="urn:microsoft.com/office/officeart/2008/layout/LinedList"/>
    <dgm:cxn modelId="{69B00377-7007-485F-88E3-873396076C3E}" type="presParOf" srcId="{7F824F0E-13C9-4AD3-AD95-CFDDAA1A8E17}" destId="{F81E9D2C-672F-4C9D-A1EA-EED8617F668A}" srcOrd="1" destOrd="0" presId="urn:microsoft.com/office/officeart/2008/layout/LinedList"/>
    <dgm:cxn modelId="{14802FDB-BE16-41A8-8AEF-BEC6573A8110}" type="presParOf" srcId="{7F824F0E-13C9-4AD3-AD95-CFDDAA1A8E17}" destId="{BBE4AD0A-F0B7-4968-8657-A9E8B2424F74}" srcOrd="2" destOrd="0" presId="urn:microsoft.com/office/officeart/2008/layout/LinedList"/>
    <dgm:cxn modelId="{EFE3126C-84FD-4B78-95F2-574F753BFCAC}" type="presParOf" srcId="{64BEB89E-153B-4CA2-9F69-611DC2806B34}" destId="{6C43D72B-527B-42C2-8129-5CE32BBB8BD6}" srcOrd="11" destOrd="0" presId="urn:microsoft.com/office/officeart/2008/layout/LinedList"/>
    <dgm:cxn modelId="{1942F03A-4B23-4EDD-86B9-ED244BA495F1}" type="presParOf" srcId="{64BEB89E-153B-4CA2-9F69-611DC2806B34}" destId="{CB1B320C-9024-4FD4-BD6B-7CE5CF7A292A}" srcOrd="12" destOrd="0" presId="urn:microsoft.com/office/officeart/2008/layout/LinedList"/>
    <dgm:cxn modelId="{3905D897-36AC-4AA4-B808-0D1A47E38030}" type="presParOf" srcId="{A3A2EC35-2177-479E-8860-09D74331784F}" destId="{895756EC-5E6D-4B60-B312-DC934C289DAB}" srcOrd="4" destOrd="0" presId="urn:microsoft.com/office/officeart/2008/layout/LinedList"/>
    <dgm:cxn modelId="{4C1F7EFA-5E83-411E-80A8-E085B7EDEE70}" type="presParOf" srcId="{A3A2EC35-2177-479E-8860-09D74331784F}" destId="{589A48A1-8C00-41A3-AA58-D40AD854DA87}" srcOrd="5" destOrd="0" presId="urn:microsoft.com/office/officeart/2008/layout/LinedList"/>
    <dgm:cxn modelId="{1D8F0975-5B86-490E-B6B5-7901D2063524}" type="presParOf" srcId="{589A48A1-8C00-41A3-AA58-D40AD854DA87}" destId="{717C5BB9-40DC-4D3E-B551-34EA68AF4D6B}" srcOrd="0" destOrd="0" presId="urn:microsoft.com/office/officeart/2008/layout/LinedList"/>
    <dgm:cxn modelId="{7242E47C-853D-4A96-8651-EA6F46B82200}" type="presParOf" srcId="{589A48A1-8C00-41A3-AA58-D40AD854DA87}" destId="{81C15BAE-07B5-4461-B166-C1DD5C3A0769}" srcOrd="1" destOrd="0" presId="urn:microsoft.com/office/officeart/2008/layout/LinedList"/>
    <dgm:cxn modelId="{62CA5EAB-ABC1-4AD5-8F07-51ACCAE59AFB}" type="presParOf" srcId="{81C15BAE-07B5-4461-B166-C1DD5C3A0769}" destId="{BC390B4B-9B3F-4F72-8038-D4B87BC64E13}" srcOrd="0" destOrd="0" presId="urn:microsoft.com/office/officeart/2008/layout/LinedList"/>
    <dgm:cxn modelId="{8019B65C-0287-4E14-A0C1-D2647EF563D3}" type="presParOf" srcId="{81C15BAE-07B5-4461-B166-C1DD5C3A0769}" destId="{C9EFA7A9-0EC9-4AA7-AD01-E4E3C1964274}" srcOrd="1" destOrd="0" presId="urn:microsoft.com/office/officeart/2008/layout/LinedList"/>
    <dgm:cxn modelId="{268A8730-1246-446C-8BC9-2C50FF4501ED}" type="presParOf" srcId="{C9EFA7A9-0EC9-4AA7-AD01-E4E3C1964274}" destId="{0C78DDC4-E353-4490-9EAE-3F1FF8819A36}" srcOrd="0" destOrd="0" presId="urn:microsoft.com/office/officeart/2008/layout/LinedList"/>
    <dgm:cxn modelId="{EBB9D85F-1B89-48F6-BF55-50A199373E0A}" type="presParOf" srcId="{C9EFA7A9-0EC9-4AA7-AD01-E4E3C1964274}" destId="{8C3EEFDB-8A16-4695-9602-56B923EF1801}" srcOrd="1" destOrd="0" presId="urn:microsoft.com/office/officeart/2008/layout/LinedList"/>
    <dgm:cxn modelId="{2C36C0E3-FB6E-4690-BFD6-7F8FA86B2416}" type="presParOf" srcId="{C9EFA7A9-0EC9-4AA7-AD01-E4E3C1964274}" destId="{31F01933-FB2F-4BB3-9DB4-D77F9B9BC2E8}" srcOrd="2" destOrd="0" presId="urn:microsoft.com/office/officeart/2008/layout/LinedList"/>
    <dgm:cxn modelId="{C849F0E6-25CD-4953-9F24-BDEC0BB24D75}" type="presParOf" srcId="{81C15BAE-07B5-4461-B166-C1DD5C3A0769}" destId="{B494D575-C6D2-4FE0-8575-1435C125A8AB}" srcOrd="2" destOrd="0" presId="urn:microsoft.com/office/officeart/2008/layout/LinedList"/>
    <dgm:cxn modelId="{F53077BE-D98D-49DC-855A-1B6DD47AD637}" type="presParOf" srcId="{81C15BAE-07B5-4461-B166-C1DD5C3A0769}" destId="{90A82E91-220F-4B9D-8BBC-761CA010825F}" srcOrd="3" destOrd="0" presId="urn:microsoft.com/office/officeart/2008/layout/LinedList"/>
    <dgm:cxn modelId="{C8202B5F-F053-47AB-9753-8C9599D04852}" type="presParOf" srcId="{81C15BAE-07B5-4461-B166-C1DD5C3A0769}" destId="{B836870C-6320-4633-A45D-DD4B10191823}" srcOrd="4" destOrd="0" presId="urn:microsoft.com/office/officeart/2008/layout/LinedList"/>
    <dgm:cxn modelId="{F6624BBA-68EB-420C-A05F-DBCBFAAE5C12}" type="presParOf" srcId="{B836870C-6320-4633-A45D-DD4B10191823}" destId="{76AAD6AD-D250-4131-9861-7ABB71A36633}" srcOrd="0" destOrd="0" presId="urn:microsoft.com/office/officeart/2008/layout/LinedList"/>
    <dgm:cxn modelId="{30A0A155-31DE-4AB0-8ACA-0E0212261EAE}" type="presParOf" srcId="{B836870C-6320-4633-A45D-DD4B10191823}" destId="{F6A981E0-E06A-498F-B609-84BFD2F9F37F}" srcOrd="1" destOrd="0" presId="urn:microsoft.com/office/officeart/2008/layout/LinedList"/>
    <dgm:cxn modelId="{2D4A0E9E-425A-4C08-9545-4AFC917EFD42}" type="presParOf" srcId="{B836870C-6320-4633-A45D-DD4B10191823}" destId="{4A88EBEA-F0DA-4C87-B2BD-1F4D46DF53EA}" srcOrd="2" destOrd="0" presId="urn:microsoft.com/office/officeart/2008/layout/LinedList"/>
    <dgm:cxn modelId="{4C967BD8-4F1A-46F6-85CF-E73475F1922B}" type="presParOf" srcId="{81C15BAE-07B5-4461-B166-C1DD5C3A0769}" destId="{1DED226E-AF94-48AD-809C-AA3E92E5D005}" srcOrd="5" destOrd="0" presId="urn:microsoft.com/office/officeart/2008/layout/LinedList"/>
    <dgm:cxn modelId="{D45585B4-2B6E-4D58-B87E-1EE51C799844}" type="presParOf" srcId="{81C15BAE-07B5-4461-B166-C1DD5C3A0769}" destId="{3AC67C82-35B0-4880-9AD3-B9ED2740B62A}" srcOrd="6" destOrd="0" presId="urn:microsoft.com/office/officeart/2008/layout/LinedList"/>
    <dgm:cxn modelId="{E37145D3-BE90-4559-9ABB-2F100EAD5C01}" type="presParOf" srcId="{81C15BAE-07B5-4461-B166-C1DD5C3A0769}" destId="{02E008C5-1236-4DD6-8C53-517C87DF9F9B}" srcOrd="7" destOrd="0" presId="urn:microsoft.com/office/officeart/2008/layout/LinedList"/>
    <dgm:cxn modelId="{CFF71696-C3AE-4A3B-AC7E-E272B9A9A4E2}" type="presParOf" srcId="{02E008C5-1236-4DD6-8C53-517C87DF9F9B}" destId="{6E008DD8-35BC-4A3D-8F17-54329E38E0CC}" srcOrd="0" destOrd="0" presId="urn:microsoft.com/office/officeart/2008/layout/LinedList"/>
    <dgm:cxn modelId="{61613264-F9F2-487D-B82A-55D9208C8A97}" type="presParOf" srcId="{02E008C5-1236-4DD6-8C53-517C87DF9F9B}" destId="{C6C9C65B-5BDE-4E4B-B5E8-9A30954B4CA7}" srcOrd="1" destOrd="0" presId="urn:microsoft.com/office/officeart/2008/layout/LinedList"/>
    <dgm:cxn modelId="{818A8B41-2F84-4FAF-8ED4-67E0F80C5ECD}" type="presParOf" srcId="{02E008C5-1236-4DD6-8C53-517C87DF9F9B}" destId="{6931C291-C494-4332-BCEB-C9D2A71E882A}" srcOrd="2" destOrd="0" presId="urn:microsoft.com/office/officeart/2008/layout/LinedList"/>
    <dgm:cxn modelId="{0FCA9166-5678-493E-9708-A88AE32B9D69}" type="presParOf" srcId="{81C15BAE-07B5-4461-B166-C1DD5C3A0769}" destId="{6186E046-D60D-4905-87B2-365D805958FE}" srcOrd="8" destOrd="0" presId="urn:microsoft.com/office/officeart/2008/layout/LinedList"/>
    <dgm:cxn modelId="{305598A2-68E2-4918-8D6B-4B905F064BC5}" type="presParOf" srcId="{81C15BAE-07B5-4461-B166-C1DD5C3A0769}" destId="{6FDD2E38-0EEC-4BB8-8BAC-7E6CA55482C0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79FC85-2818-406E-8EA2-26FF2094FB9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0ED312D-8645-434F-B73A-97146E06CF23}">
      <dgm:prSet/>
      <dgm:spPr/>
      <dgm:t>
        <a:bodyPr/>
        <a:lstStyle/>
        <a:p>
          <a:r>
            <a:rPr lang="en-US" dirty="0"/>
            <a:t>Issues and Resolutions</a:t>
          </a:r>
        </a:p>
      </dgm:t>
    </dgm:pt>
    <dgm:pt modelId="{0B0301B4-184C-457C-9EAE-C43ACCEDC9CF}" type="parTrans" cxnId="{3C28CC59-DCFD-4596-9D29-D51ACA0F666B}">
      <dgm:prSet/>
      <dgm:spPr/>
      <dgm:t>
        <a:bodyPr/>
        <a:lstStyle/>
        <a:p>
          <a:endParaRPr lang="en-US"/>
        </a:p>
      </dgm:t>
    </dgm:pt>
    <dgm:pt modelId="{3497FDF9-9986-456B-8EE0-2C2D079F5EA2}" type="sibTrans" cxnId="{3C28CC59-DCFD-4596-9D29-D51ACA0F666B}">
      <dgm:prSet/>
      <dgm:spPr/>
      <dgm:t>
        <a:bodyPr/>
        <a:lstStyle/>
        <a:p>
          <a:endParaRPr lang="en-US"/>
        </a:p>
      </dgm:t>
    </dgm:pt>
    <dgm:pt modelId="{68BCC82F-0A1E-4041-BB48-065C35B40B5A}">
      <dgm:prSet/>
      <dgm:spPr/>
      <dgm:t>
        <a:bodyPr/>
        <a:lstStyle/>
        <a:p>
          <a:r>
            <a:rPr lang="en-US"/>
            <a:t>Most respondents are from two faculties (FRI and FMF) → Focus efforts on these two faculties</a:t>
          </a:r>
        </a:p>
      </dgm:t>
    </dgm:pt>
    <dgm:pt modelId="{E6DD0EDA-1B29-4628-8EBA-D9F77CCE49E7}" type="parTrans" cxnId="{14F1B7FC-663B-4AB4-801C-04094283C7E4}">
      <dgm:prSet/>
      <dgm:spPr/>
      <dgm:t>
        <a:bodyPr/>
        <a:lstStyle/>
        <a:p>
          <a:endParaRPr lang="en-US"/>
        </a:p>
      </dgm:t>
    </dgm:pt>
    <dgm:pt modelId="{DE447700-71D5-4893-A483-852EE3A1F5CC}" type="sibTrans" cxnId="{14F1B7FC-663B-4AB4-801C-04094283C7E4}">
      <dgm:prSet/>
      <dgm:spPr/>
      <dgm:t>
        <a:bodyPr/>
        <a:lstStyle/>
        <a:p>
          <a:endParaRPr lang="en-US"/>
        </a:p>
      </dgm:t>
    </dgm:pt>
    <dgm:pt modelId="{4E5AD88E-4B0B-4F56-9C05-CD70918BC267}">
      <dgm:prSet/>
      <dgm:spPr/>
      <dgm:t>
        <a:bodyPr/>
        <a:lstStyle/>
        <a:p>
          <a:r>
            <a:rPr lang="en-US" dirty="0"/>
            <a:t>Most respondents are undergraduate students → Work on contacting more master's students</a:t>
          </a:r>
        </a:p>
      </dgm:t>
    </dgm:pt>
    <dgm:pt modelId="{1D05454E-CC6B-46EE-8714-1E55B1200E8B}" type="parTrans" cxnId="{70A75085-E3C4-4D89-9312-775ED4B591F6}">
      <dgm:prSet/>
      <dgm:spPr/>
      <dgm:t>
        <a:bodyPr/>
        <a:lstStyle/>
        <a:p>
          <a:endParaRPr lang="en-US"/>
        </a:p>
      </dgm:t>
    </dgm:pt>
    <dgm:pt modelId="{67DD2486-E635-4084-9B00-F474CA036F0A}" type="sibTrans" cxnId="{70A75085-E3C4-4D89-9312-775ED4B591F6}">
      <dgm:prSet/>
      <dgm:spPr/>
      <dgm:t>
        <a:bodyPr/>
        <a:lstStyle/>
        <a:p>
          <a:endParaRPr lang="en-US"/>
        </a:p>
      </dgm:t>
    </dgm:pt>
    <dgm:pt modelId="{8B585E4F-A55A-4EA7-AF55-E9AD4301CE0A}">
      <dgm:prSet/>
      <dgm:spPr/>
      <dgm:t>
        <a:bodyPr/>
        <a:lstStyle/>
        <a:p>
          <a:r>
            <a:rPr lang="en-US"/>
            <a:t>Plan for Next Month</a:t>
          </a:r>
        </a:p>
      </dgm:t>
    </dgm:pt>
    <dgm:pt modelId="{65DB1C0F-6EDD-4160-8B91-3689768FD0F1}" type="parTrans" cxnId="{651B15DC-59D8-4F7C-AF25-D16CB30CB867}">
      <dgm:prSet/>
      <dgm:spPr/>
      <dgm:t>
        <a:bodyPr/>
        <a:lstStyle/>
        <a:p>
          <a:endParaRPr lang="en-US"/>
        </a:p>
      </dgm:t>
    </dgm:pt>
    <dgm:pt modelId="{078A69E8-74B4-48F1-AEEA-B56E6239E2DA}" type="sibTrans" cxnId="{651B15DC-59D8-4F7C-AF25-D16CB30CB867}">
      <dgm:prSet/>
      <dgm:spPr/>
      <dgm:t>
        <a:bodyPr/>
        <a:lstStyle/>
        <a:p>
          <a:endParaRPr lang="en-US"/>
        </a:p>
      </dgm:t>
    </dgm:pt>
    <dgm:pt modelId="{EE689E52-1259-40D0-B349-5B2E09C63833}">
      <dgm:prSet/>
      <dgm:spPr/>
      <dgm:t>
        <a:bodyPr/>
        <a:lstStyle/>
        <a:p>
          <a:r>
            <a:rPr lang="en-US"/>
            <a:t>Define the main focus questions for the survey</a:t>
          </a:r>
        </a:p>
      </dgm:t>
    </dgm:pt>
    <dgm:pt modelId="{FD698378-2AF6-4022-8428-A676FC2D8D9D}" type="parTrans" cxnId="{3BD260A1-E02E-418F-887C-BBE97631A1DC}">
      <dgm:prSet/>
      <dgm:spPr/>
      <dgm:t>
        <a:bodyPr/>
        <a:lstStyle/>
        <a:p>
          <a:endParaRPr lang="en-US"/>
        </a:p>
      </dgm:t>
    </dgm:pt>
    <dgm:pt modelId="{B0A55867-03AF-46D4-B047-871E5CAB18B8}" type="sibTrans" cxnId="{3BD260A1-E02E-418F-887C-BBE97631A1DC}">
      <dgm:prSet/>
      <dgm:spPr/>
      <dgm:t>
        <a:bodyPr/>
        <a:lstStyle/>
        <a:p>
          <a:endParaRPr lang="en-US"/>
        </a:p>
      </dgm:t>
    </dgm:pt>
    <dgm:pt modelId="{D2483E75-6BA4-4CF8-9A92-A248E8E1BC52}">
      <dgm:prSet/>
      <dgm:spPr/>
      <dgm:t>
        <a:bodyPr/>
        <a:lstStyle/>
        <a:p>
          <a:r>
            <a:rPr lang="en-US" dirty="0"/>
            <a:t>Distribute the main survey at the beginning of December (using a more personal approach to reach a broader student base)</a:t>
          </a:r>
        </a:p>
      </dgm:t>
    </dgm:pt>
    <dgm:pt modelId="{3776E754-92AF-4FF7-B31A-63944CF6B17C}" type="parTrans" cxnId="{B99ED8BF-7D4D-456E-BCC5-837A66A97874}">
      <dgm:prSet/>
      <dgm:spPr/>
      <dgm:t>
        <a:bodyPr/>
        <a:lstStyle/>
        <a:p>
          <a:endParaRPr lang="en-US"/>
        </a:p>
      </dgm:t>
    </dgm:pt>
    <dgm:pt modelId="{8066F8CC-E2EE-4728-98F5-2457E01CC84D}" type="sibTrans" cxnId="{B99ED8BF-7D4D-456E-BCC5-837A66A97874}">
      <dgm:prSet/>
      <dgm:spPr/>
      <dgm:t>
        <a:bodyPr/>
        <a:lstStyle/>
        <a:p>
          <a:endParaRPr lang="en-US"/>
        </a:p>
      </dgm:t>
    </dgm:pt>
    <dgm:pt modelId="{AF9D12F6-0991-4D1E-824E-9642E8ADFA91}">
      <dgm:prSet/>
      <dgm:spPr/>
      <dgm:t>
        <a:bodyPr/>
        <a:lstStyle/>
        <a:p>
          <a:r>
            <a:rPr lang="en-US" dirty="0"/>
            <a:t>Analyze survey data in the second half of December; compare results with surveys from other EU universities</a:t>
          </a:r>
        </a:p>
      </dgm:t>
    </dgm:pt>
    <dgm:pt modelId="{0018FB50-00F8-4E14-A721-2CAB5DAFA79C}" type="parTrans" cxnId="{4660092E-C538-41AB-B24C-0AB115666E62}">
      <dgm:prSet/>
      <dgm:spPr/>
      <dgm:t>
        <a:bodyPr/>
        <a:lstStyle/>
        <a:p>
          <a:endParaRPr lang="en-US"/>
        </a:p>
      </dgm:t>
    </dgm:pt>
    <dgm:pt modelId="{3AF01792-B9FD-4BA9-B4BB-B1F029D170AD}" type="sibTrans" cxnId="{4660092E-C538-41AB-B24C-0AB115666E62}">
      <dgm:prSet/>
      <dgm:spPr/>
      <dgm:t>
        <a:bodyPr/>
        <a:lstStyle/>
        <a:p>
          <a:endParaRPr lang="en-US"/>
        </a:p>
      </dgm:t>
    </dgm:pt>
    <dgm:pt modelId="{12D1B00B-A247-4D5C-8BF8-B71C99C6B46E}">
      <dgm:prSet/>
      <dgm:spPr/>
      <dgm:t>
        <a:bodyPr/>
        <a:lstStyle/>
        <a:p>
          <a:r>
            <a:rPr lang="en-US" dirty="0"/>
            <a:t>Compile a list of available resources for phone recycling, reselling, and exchanging</a:t>
          </a:r>
        </a:p>
      </dgm:t>
    </dgm:pt>
    <dgm:pt modelId="{556AC9D9-79D6-41D8-828C-9432333C3AEB}" type="parTrans" cxnId="{3A9E7FAA-8470-4FC7-8209-D09BB6F002C3}">
      <dgm:prSet/>
      <dgm:spPr/>
      <dgm:t>
        <a:bodyPr/>
        <a:lstStyle/>
        <a:p>
          <a:endParaRPr lang="en-US"/>
        </a:p>
      </dgm:t>
    </dgm:pt>
    <dgm:pt modelId="{84523FA5-A6DB-4701-88DD-A73AAB66521D}" type="sibTrans" cxnId="{3A9E7FAA-8470-4FC7-8209-D09BB6F002C3}">
      <dgm:prSet/>
      <dgm:spPr/>
      <dgm:t>
        <a:bodyPr/>
        <a:lstStyle/>
        <a:p>
          <a:endParaRPr lang="en-US"/>
        </a:p>
      </dgm:t>
    </dgm:pt>
    <dgm:pt modelId="{9EB0CFB5-5062-4F1E-883D-054EC00DBA62}">
      <dgm:prSet/>
      <dgm:spPr/>
      <dgm:t>
        <a:bodyPr/>
        <a:lstStyle/>
        <a:p>
          <a:r>
            <a:rPr lang="en-US" dirty="0"/>
            <a:t>Assess student awareness of e-waste disposal options in Slovenia</a:t>
          </a:r>
        </a:p>
      </dgm:t>
    </dgm:pt>
    <dgm:pt modelId="{C14D6BEE-9531-42A1-A925-8609203A51A5}" type="parTrans" cxnId="{3B6B22FF-613C-4A38-82D5-CDB0E235FE3B}">
      <dgm:prSet/>
      <dgm:spPr/>
      <dgm:t>
        <a:bodyPr/>
        <a:lstStyle/>
        <a:p>
          <a:endParaRPr lang="en-US"/>
        </a:p>
      </dgm:t>
    </dgm:pt>
    <dgm:pt modelId="{D946CDBB-106B-4BE1-BE92-4F8C46E554DC}" type="sibTrans" cxnId="{3B6B22FF-613C-4A38-82D5-CDB0E235FE3B}">
      <dgm:prSet/>
      <dgm:spPr/>
      <dgm:t>
        <a:bodyPr/>
        <a:lstStyle/>
        <a:p>
          <a:endParaRPr lang="en-US"/>
        </a:p>
      </dgm:t>
    </dgm:pt>
    <dgm:pt modelId="{8940C747-623C-48D6-8008-84473429EAF7}" type="pres">
      <dgm:prSet presAssocID="{5979FC85-2818-406E-8EA2-26FF2094FB9D}" presName="Name0" presStyleCnt="0">
        <dgm:presLayoutVars>
          <dgm:dir/>
          <dgm:resizeHandles val="exact"/>
        </dgm:presLayoutVars>
      </dgm:prSet>
      <dgm:spPr/>
    </dgm:pt>
    <dgm:pt modelId="{55494FB3-0011-46E1-991B-FD193C8CB0B5}" type="pres">
      <dgm:prSet presAssocID="{F0ED312D-8645-434F-B73A-97146E06CF23}" presName="node" presStyleLbl="node1" presStyleIdx="0" presStyleCnt="2">
        <dgm:presLayoutVars>
          <dgm:bulletEnabled val="1"/>
        </dgm:presLayoutVars>
      </dgm:prSet>
      <dgm:spPr/>
    </dgm:pt>
    <dgm:pt modelId="{94033E82-FCD0-4216-8146-B92167A375AE}" type="pres">
      <dgm:prSet presAssocID="{3497FDF9-9986-456B-8EE0-2C2D079F5EA2}" presName="sibTrans" presStyleLbl="sibTrans1D1" presStyleIdx="0" presStyleCnt="1"/>
      <dgm:spPr/>
    </dgm:pt>
    <dgm:pt modelId="{4C9E760D-46F7-46B2-9CED-7D966B44515B}" type="pres">
      <dgm:prSet presAssocID="{3497FDF9-9986-456B-8EE0-2C2D079F5EA2}" presName="connectorText" presStyleLbl="sibTrans1D1" presStyleIdx="0" presStyleCnt="1"/>
      <dgm:spPr/>
    </dgm:pt>
    <dgm:pt modelId="{AB749E74-BACD-41C5-8C4D-6E46AFFDA91C}" type="pres">
      <dgm:prSet presAssocID="{8B585E4F-A55A-4EA7-AF55-E9AD4301CE0A}" presName="node" presStyleLbl="node1" presStyleIdx="1" presStyleCnt="2">
        <dgm:presLayoutVars>
          <dgm:bulletEnabled val="1"/>
        </dgm:presLayoutVars>
      </dgm:prSet>
      <dgm:spPr/>
    </dgm:pt>
  </dgm:ptLst>
  <dgm:cxnLst>
    <dgm:cxn modelId="{1B006A0F-22C4-4395-9385-D510A8424F37}" type="presOf" srcId="{EE689E52-1259-40D0-B349-5B2E09C63833}" destId="{AB749E74-BACD-41C5-8C4D-6E46AFFDA91C}" srcOrd="0" destOrd="1" presId="urn:microsoft.com/office/officeart/2016/7/layout/RepeatingBendingProcessNew"/>
    <dgm:cxn modelId="{E3841C19-EF9C-4EC2-9D6D-22854087334E}" type="presOf" srcId="{4E5AD88E-4B0B-4F56-9C05-CD70918BC267}" destId="{55494FB3-0011-46E1-991B-FD193C8CB0B5}" srcOrd="0" destOrd="2" presId="urn:microsoft.com/office/officeart/2016/7/layout/RepeatingBendingProcessNew"/>
    <dgm:cxn modelId="{4660092E-C538-41AB-B24C-0AB115666E62}" srcId="{8B585E4F-A55A-4EA7-AF55-E9AD4301CE0A}" destId="{AF9D12F6-0991-4D1E-824E-9642E8ADFA91}" srcOrd="2" destOrd="0" parTransId="{0018FB50-00F8-4E14-A721-2CAB5DAFA79C}" sibTransId="{3AF01792-B9FD-4BA9-B4BB-B1F029D170AD}"/>
    <dgm:cxn modelId="{EBBB2B60-2E03-45EB-9DAB-A085B4806D00}" type="presOf" srcId="{8B585E4F-A55A-4EA7-AF55-E9AD4301CE0A}" destId="{AB749E74-BACD-41C5-8C4D-6E46AFFDA91C}" srcOrd="0" destOrd="0" presId="urn:microsoft.com/office/officeart/2016/7/layout/RepeatingBendingProcessNew"/>
    <dgm:cxn modelId="{F86EA763-4C15-489D-B359-6DB688DA2CE0}" type="presOf" srcId="{9EB0CFB5-5062-4F1E-883D-054EC00DBA62}" destId="{AB749E74-BACD-41C5-8C4D-6E46AFFDA91C}" srcOrd="0" destOrd="5" presId="urn:microsoft.com/office/officeart/2016/7/layout/RepeatingBendingProcessNew"/>
    <dgm:cxn modelId="{AB145C69-254C-44CD-89CD-CEF871748085}" type="presOf" srcId="{3497FDF9-9986-456B-8EE0-2C2D079F5EA2}" destId="{94033E82-FCD0-4216-8146-B92167A375AE}" srcOrd="0" destOrd="0" presId="urn:microsoft.com/office/officeart/2016/7/layout/RepeatingBendingProcessNew"/>
    <dgm:cxn modelId="{C1AD4E6E-25D6-4E2B-AEDF-E884E096EFD2}" type="presOf" srcId="{68BCC82F-0A1E-4041-BB48-065C35B40B5A}" destId="{55494FB3-0011-46E1-991B-FD193C8CB0B5}" srcOrd="0" destOrd="1" presId="urn:microsoft.com/office/officeart/2016/7/layout/RepeatingBendingProcessNew"/>
    <dgm:cxn modelId="{3C28CC59-DCFD-4596-9D29-D51ACA0F666B}" srcId="{5979FC85-2818-406E-8EA2-26FF2094FB9D}" destId="{F0ED312D-8645-434F-B73A-97146E06CF23}" srcOrd="0" destOrd="0" parTransId="{0B0301B4-184C-457C-9EAE-C43ACCEDC9CF}" sibTransId="{3497FDF9-9986-456B-8EE0-2C2D079F5EA2}"/>
    <dgm:cxn modelId="{74DBE07C-1BC1-4A96-A073-C31B820F4BE3}" type="presOf" srcId="{D2483E75-6BA4-4CF8-9A92-A248E8E1BC52}" destId="{AB749E74-BACD-41C5-8C4D-6E46AFFDA91C}" srcOrd="0" destOrd="2" presId="urn:microsoft.com/office/officeart/2016/7/layout/RepeatingBendingProcessNew"/>
    <dgm:cxn modelId="{70A75085-E3C4-4D89-9312-775ED4B591F6}" srcId="{F0ED312D-8645-434F-B73A-97146E06CF23}" destId="{4E5AD88E-4B0B-4F56-9C05-CD70918BC267}" srcOrd="1" destOrd="0" parTransId="{1D05454E-CC6B-46EE-8714-1E55B1200E8B}" sibTransId="{67DD2486-E635-4084-9B00-F474CA036F0A}"/>
    <dgm:cxn modelId="{B4E4088D-5710-48B1-A431-49A1A7E63365}" type="presOf" srcId="{12D1B00B-A247-4D5C-8BF8-B71C99C6B46E}" destId="{AB749E74-BACD-41C5-8C4D-6E46AFFDA91C}" srcOrd="0" destOrd="4" presId="urn:microsoft.com/office/officeart/2016/7/layout/RepeatingBendingProcessNew"/>
    <dgm:cxn modelId="{577AA19B-DF48-44F9-9AA9-90E7B62FA68F}" type="presOf" srcId="{F0ED312D-8645-434F-B73A-97146E06CF23}" destId="{55494FB3-0011-46E1-991B-FD193C8CB0B5}" srcOrd="0" destOrd="0" presId="urn:microsoft.com/office/officeart/2016/7/layout/RepeatingBendingProcessNew"/>
    <dgm:cxn modelId="{3BD260A1-E02E-418F-887C-BBE97631A1DC}" srcId="{8B585E4F-A55A-4EA7-AF55-E9AD4301CE0A}" destId="{EE689E52-1259-40D0-B349-5B2E09C63833}" srcOrd="0" destOrd="0" parTransId="{FD698378-2AF6-4022-8428-A676FC2D8D9D}" sibTransId="{B0A55867-03AF-46D4-B047-871E5CAB18B8}"/>
    <dgm:cxn modelId="{3A9E7FAA-8470-4FC7-8209-D09BB6F002C3}" srcId="{8B585E4F-A55A-4EA7-AF55-E9AD4301CE0A}" destId="{12D1B00B-A247-4D5C-8BF8-B71C99C6B46E}" srcOrd="3" destOrd="0" parTransId="{556AC9D9-79D6-41D8-828C-9432333C3AEB}" sibTransId="{84523FA5-A6DB-4701-88DD-A73AAB66521D}"/>
    <dgm:cxn modelId="{5E6533BD-D994-4C95-AF71-5043C215855D}" type="presOf" srcId="{AF9D12F6-0991-4D1E-824E-9642E8ADFA91}" destId="{AB749E74-BACD-41C5-8C4D-6E46AFFDA91C}" srcOrd="0" destOrd="3" presId="urn:microsoft.com/office/officeart/2016/7/layout/RepeatingBendingProcessNew"/>
    <dgm:cxn modelId="{B99ED8BF-7D4D-456E-BCC5-837A66A97874}" srcId="{8B585E4F-A55A-4EA7-AF55-E9AD4301CE0A}" destId="{D2483E75-6BA4-4CF8-9A92-A248E8E1BC52}" srcOrd="1" destOrd="0" parTransId="{3776E754-92AF-4FF7-B31A-63944CF6B17C}" sibTransId="{8066F8CC-E2EE-4728-98F5-2457E01CC84D}"/>
    <dgm:cxn modelId="{DE317FC5-D9E5-4AE1-B9A0-666F60C31517}" type="presOf" srcId="{3497FDF9-9986-456B-8EE0-2C2D079F5EA2}" destId="{4C9E760D-46F7-46B2-9CED-7D966B44515B}" srcOrd="1" destOrd="0" presId="urn:microsoft.com/office/officeart/2016/7/layout/RepeatingBendingProcessNew"/>
    <dgm:cxn modelId="{DF827BC9-49CA-4809-A840-3B60A0FE5E15}" type="presOf" srcId="{5979FC85-2818-406E-8EA2-26FF2094FB9D}" destId="{8940C747-623C-48D6-8008-84473429EAF7}" srcOrd="0" destOrd="0" presId="urn:microsoft.com/office/officeart/2016/7/layout/RepeatingBendingProcessNew"/>
    <dgm:cxn modelId="{651B15DC-59D8-4F7C-AF25-D16CB30CB867}" srcId="{5979FC85-2818-406E-8EA2-26FF2094FB9D}" destId="{8B585E4F-A55A-4EA7-AF55-E9AD4301CE0A}" srcOrd="1" destOrd="0" parTransId="{65DB1C0F-6EDD-4160-8B91-3689768FD0F1}" sibTransId="{078A69E8-74B4-48F1-AEEA-B56E6239E2DA}"/>
    <dgm:cxn modelId="{14F1B7FC-663B-4AB4-801C-04094283C7E4}" srcId="{F0ED312D-8645-434F-B73A-97146E06CF23}" destId="{68BCC82F-0A1E-4041-BB48-065C35B40B5A}" srcOrd="0" destOrd="0" parTransId="{E6DD0EDA-1B29-4628-8EBA-D9F77CCE49E7}" sibTransId="{DE447700-71D5-4893-A483-852EE3A1F5CC}"/>
    <dgm:cxn modelId="{3B6B22FF-613C-4A38-82D5-CDB0E235FE3B}" srcId="{8B585E4F-A55A-4EA7-AF55-E9AD4301CE0A}" destId="{9EB0CFB5-5062-4F1E-883D-054EC00DBA62}" srcOrd="4" destOrd="0" parTransId="{C14D6BEE-9531-42A1-A925-8609203A51A5}" sibTransId="{D946CDBB-106B-4BE1-BE92-4F8C46E554DC}"/>
    <dgm:cxn modelId="{CEC95104-9EE2-4C8C-AE3B-29734097B574}" type="presParOf" srcId="{8940C747-623C-48D6-8008-84473429EAF7}" destId="{55494FB3-0011-46E1-991B-FD193C8CB0B5}" srcOrd="0" destOrd="0" presId="urn:microsoft.com/office/officeart/2016/7/layout/RepeatingBendingProcessNew"/>
    <dgm:cxn modelId="{E0087190-A6A1-4651-BF1C-877358F0E4E1}" type="presParOf" srcId="{8940C747-623C-48D6-8008-84473429EAF7}" destId="{94033E82-FCD0-4216-8146-B92167A375AE}" srcOrd="1" destOrd="0" presId="urn:microsoft.com/office/officeart/2016/7/layout/RepeatingBendingProcessNew"/>
    <dgm:cxn modelId="{91FA6231-A714-4D42-85F1-7D3799AD8E75}" type="presParOf" srcId="{94033E82-FCD0-4216-8146-B92167A375AE}" destId="{4C9E760D-46F7-46B2-9CED-7D966B44515B}" srcOrd="0" destOrd="0" presId="urn:microsoft.com/office/officeart/2016/7/layout/RepeatingBendingProcessNew"/>
    <dgm:cxn modelId="{6B3329E1-9495-437D-B70C-F0CEB2CDEC52}" type="presParOf" srcId="{8940C747-623C-48D6-8008-84473429EAF7}" destId="{AB749E74-BACD-41C5-8C4D-6E46AFFDA91C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E6E66-DCFE-4112-8EB0-AF7509C4C2EC}">
      <dsp:nvSpPr>
        <dsp:cNvPr id="0" name=""/>
        <dsp:cNvSpPr/>
      </dsp:nvSpPr>
      <dsp:spPr>
        <a:xfrm>
          <a:off x="0" y="2243"/>
          <a:ext cx="1065357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72B0D-F1AB-467F-B7EE-CA58D04AA0B1}">
      <dsp:nvSpPr>
        <dsp:cNvPr id="0" name=""/>
        <dsp:cNvSpPr/>
      </dsp:nvSpPr>
      <dsp:spPr>
        <a:xfrm>
          <a:off x="0" y="2243"/>
          <a:ext cx="2130715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Milestones Achieved</a:t>
          </a:r>
          <a:endParaRPr lang="en-US" sz="2500" kern="1200"/>
        </a:p>
      </dsp:txBody>
      <dsp:txXfrm>
        <a:off x="0" y="2243"/>
        <a:ext cx="2130715" cy="1529780"/>
      </dsp:txXfrm>
    </dsp:sp>
    <dsp:sp modelId="{5157355C-CC97-402D-B445-C552BB099E41}">
      <dsp:nvSpPr>
        <dsp:cNvPr id="0" name=""/>
        <dsp:cNvSpPr/>
      </dsp:nvSpPr>
      <dsp:spPr>
        <a:xfrm>
          <a:off x="2290519" y="20226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Preliminary survey designed</a:t>
          </a:r>
        </a:p>
      </dsp:txBody>
      <dsp:txXfrm>
        <a:off x="2290519" y="20226"/>
        <a:ext cx="8363059" cy="359662"/>
      </dsp:txXfrm>
    </dsp:sp>
    <dsp:sp modelId="{BE8A6110-937E-45AB-8DA8-9426DFA9AE05}">
      <dsp:nvSpPr>
        <dsp:cNvPr id="0" name=""/>
        <dsp:cNvSpPr/>
      </dsp:nvSpPr>
      <dsp:spPr>
        <a:xfrm>
          <a:off x="2130715" y="379888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72F4E-DE83-4416-BF85-81D39D090722}">
      <dsp:nvSpPr>
        <dsp:cNvPr id="0" name=""/>
        <dsp:cNvSpPr/>
      </dsp:nvSpPr>
      <dsp:spPr>
        <a:xfrm>
          <a:off x="2290519" y="397872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Shared among students (150 responses from 4 faculties)</a:t>
          </a:r>
        </a:p>
      </dsp:txBody>
      <dsp:txXfrm>
        <a:off x="2290519" y="397872"/>
        <a:ext cx="8363059" cy="359662"/>
      </dsp:txXfrm>
    </dsp:sp>
    <dsp:sp modelId="{4CDA9721-2DB9-4D6F-980F-1EC2367A349E}">
      <dsp:nvSpPr>
        <dsp:cNvPr id="0" name=""/>
        <dsp:cNvSpPr/>
      </dsp:nvSpPr>
      <dsp:spPr>
        <a:xfrm>
          <a:off x="2130715" y="757534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CB3B8-ECD6-4FB7-B847-908856051B3F}">
      <dsp:nvSpPr>
        <dsp:cNvPr id="0" name=""/>
        <dsp:cNvSpPr/>
      </dsp:nvSpPr>
      <dsp:spPr>
        <a:xfrm>
          <a:off x="2290519" y="775518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Preliminary analysis of survey results</a:t>
          </a:r>
        </a:p>
      </dsp:txBody>
      <dsp:txXfrm>
        <a:off x="2290519" y="775518"/>
        <a:ext cx="8363059" cy="359662"/>
      </dsp:txXfrm>
    </dsp:sp>
    <dsp:sp modelId="{59F2B052-6061-477D-895F-CF9259630A5C}">
      <dsp:nvSpPr>
        <dsp:cNvPr id="0" name=""/>
        <dsp:cNvSpPr/>
      </dsp:nvSpPr>
      <dsp:spPr>
        <a:xfrm>
          <a:off x="2130715" y="1135180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0377E-ECA6-4924-9A75-8A93F43EAE35}">
      <dsp:nvSpPr>
        <dsp:cNvPr id="0" name=""/>
        <dsp:cNvSpPr/>
      </dsp:nvSpPr>
      <dsp:spPr>
        <a:xfrm>
          <a:off x="2290519" y="1153163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Initial research on phone returns and recycling</a:t>
          </a:r>
        </a:p>
      </dsp:txBody>
      <dsp:txXfrm>
        <a:off x="2290519" y="1153163"/>
        <a:ext cx="8363059" cy="359662"/>
      </dsp:txXfrm>
    </dsp:sp>
    <dsp:sp modelId="{679AB403-F520-40F5-9C88-A90872628BE4}">
      <dsp:nvSpPr>
        <dsp:cNvPr id="0" name=""/>
        <dsp:cNvSpPr/>
      </dsp:nvSpPr>
      <dsp:spPr>
        <a:xfrm>
          <a:off x="2130715" y="1512826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940E9-26E6-412E-AB55-1100AB07D19D}">
      <dsp:nvSpPr>
        <dsp:cNvPr id="0" name=""/>
        <dsp:cNvSpPr/>
      </dsp:nvSpPr>
      <dsp:spPr>
        <a:xfrm>
          <a:off x="0" y="1532023"/>
          <a:ext cx="1065357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69000-56FF-4C50-B2E2-F275D1B0CC2C}">
      <dsp:nvSpPr>
        <dsp:cNvPr id="0" name=""/>
        <dsp:cNvSpPr/>
      </dsp:nvSpPr>
      <dsp:spPr>
        <a:xfrm>
          <a:off x="0" y="1532023"/>
          <a:ext cx="2130715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Results and Findings</a:t>
          </a:r>
          <a:endParaRPr lang="en-US" sz="2500" kern="1200"/>
        </a:p>
      </dsp:txBody>
      <dsp:txXfrm>
        <a:off x="0" y="1532023"/>
        <a:ext cx="2130715" cy="1529780"/>
      </dsp:txXfrm>
    </dsp:sp>
    <dsp:sp modelId="{909DDA9B-4E97-4A06-9637-3331E40E4A99}">
      <dsp:nvSpPr>
        <dsp:cNvPr id="0" name=""/>
        <dsp:cNvSpPr/>
      </dsp:nvSpPr>
      <dsp:spPr>
        <a:xfrm>
          <a:off x="2290519" y="1550006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Most phones are kept at home as spare devices</a:t>
          </a:r>
        </a:p>
      </dsp:txBody>
      <dsp:txXfrm>
        <a:off x="2290519" y="1550006"/>
        <a:ext cx="8363059" cy="359662"/>
      </dsp:txXfrm>
    </dsp:sp>
    <dsp:sp modelId="{E3493725-2D1C-427D-A9B0-4D0A4386DC2B}">
      <dsp:nvSpPr>
        <dsp:cNvPr id="0" name=""/>
        <dsp:cNvSpPr/>
      </dsp:nvSpPr>
      <dsp:spPr>
        <a:xfrm>
          <a:off x="2130715" y="1909669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D663B-38C7-49F1-97A0-379513D38299}">
      <dsp:nvSpPr>
        <dsp:cNvPr id="0" name=""/>
        <dsp:cNvSpPr/>
      </dsp:nvSpPr>
      <dsp:spPr>
        <a:xfrm>
          <a:off x="2290519" y="1927652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Students usually replace phones only when they break or become unusable</a:t>
          </a:r>
        </a:p>
      </dsp:txBody>
      <dsp:txXfrm>
        <a:off x="2290519" y="1927652"/>
        <a:ext cx="8363059" cy="359662"/>
      </dsp:txXfrm>
    </dsp:sp>
    <dsp:sp modelId="{26C24C47-48D0-4C8A-A59C-B6A5B15573AB}">
      <dsp:nvSpPr>
        <dsp:cNvPr id="0" name=""/>
        <dsp:cNvSpPr/>
      </dsp:nvSpPr>
      <dsp:spPr>
        <a:xfrm>
          <a:off x="2130715" y="2287315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598EA-DEE9-49C5-964E-03217EF20B45}">
      <dsp:nvSpPr>
        <dsp:cNvPr id="0" name=""/>
        <dsp:cNvSpPr/>
      </dsp:nvSpPr>
      <dsp:spPr>
        <a:xfrm>
          <a:off x="2290519" y="2305298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Money earned from reselling phones is low</a:t>
          </a:r>
        </a:p>
      </dsp:txBody>
      <dsp:txXfrm>
        <a:off x="2290519" y="2305298"/>
        <a:ext cx="8363059" cy="359662"/>
      </dsp:txXfrm>
    </dsp:sp>
    <dsp:sp modelId="{3A94BC7B-49BB-4070-9B6E-80F2CFFDDC3A}">
      <dsp:nvSpPr>
        <dsp:cNvPr id="0" name=""/>
        <dsp:cNvSpPr/>
      </dsp:nvSpPr>
      <dsp:spPr>
        <a:xfrm>
          <a:off x="2130715" y="2664961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E9D2C-672F-4C9D-A1EA-EED8617F668A}">
      <dsp:nvSpPr>
        <dsp:cNvPr id="0" name=""/>
        <dsp:cNvSpPr/>
      </dsp:nvSpPr>
      <dsp:spPr>
        <a:xfrm>
          <a:off x="2290519" y="2682944"/>
          <a:ext cx="8363059" cy="359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Few students use phone reselling as a method to dispose of old phones</a:t>
          </a:r>
        </a:p>
      </dsp:txBody>
      <dsp:txXfrm>
        <a:off x="2290519" y="2682944"/>
        <a:ext cx="8363059" cy="359662"/>
      </dsp:txXfrm>
    </dsp:sp>
    <dsp:sp modelId="{6C43D72B-527B-42C2-8129-5CE32BBB8BD6}">
      <dsp:nvSpPr>
        <dsp:cNvPr id="0" name=""/>
        <dsp:cNvSpPr/>
      </dsp:nvSpPr>
      <dsp:spPr>
        <a:xfrm>
          <a:off x="2130715" y="3042607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756EC-5E6D-4B60-B312-DC934C289DAB}">
      <dsp:nvSpPr>
        <dsp:cNvPr id="0" name=""/>
        <dsp:cNvSpPr/>
      </dsp:nvSpPr>
      <dsp:spPr>
        <a:xfrm>
          <a:off x="0" y="3061804"/>
          <a:ext cx="1065357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C5BB9-40DC-4D3E-B551-34EA68AF4D6B}">
      <dsp:nvSpPr>
        <dsp:cNvPr id="0" name=""/>
        <dsp:cNvSpPr/>
      </dsp:nvSpPr>
      <dsp:spPr>
        <a:xfrm>
          <a:off x="0" y="3061804"/>
          <a:ext cx="2130715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Comparison to Plan</a:t>
          </a:r>
          <a:endParaRPr lang="en-US" sz="2500" kern="1200"/>
        </a:p>
      </dsp:txBody>
      <dsp:txXfrm>
        <a:off x="0" y="3061804"/>
        <a:ext cx="2130715" cy="1529780"/>
      </dsp:txXfrm>
    </dsp:sp>
    <dsp:sp modelId="{8C3EEFDB-8A16-4695-9602-56B923EF1801}">
      <dsp:nvSpPr>
        <dsp:cNvPr id="0" name=""/>
        <dsp:cNvSpPr/>
      </dsp:nvSpPr>
      <dsp:spPr>
        <a:xfrm>
          <a:off x="2290519" y="3085707"/>
          <a:ext cx="8363059" cy="47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timeline is currently on track</a:t>
          </a:r>
        </a:p>
      </dsp:txBody>
      <dsp:txXfrm>
        <a:off x="2290519" y="3085707"/>
        <a:ext cx="8363059" cy="478056"/>
      </dsp:txXfrm>
    </dsp:sp>
    <dsp:sp modelId="{B494D575-C6D2-4FE0-8575-1435C125A8AB}">
      <dsp:nvSpPr>
        <dsp:cNvPr id="0" name=""/>
        <dsp:cNvSpPr/>
      </dsp:nvSpPr>
      <dsp:spPr>
        <a:xfrm>
          <a:off x="2130715" y="3563763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981E0-E06A-498F-B609-84BFD2F9F37F}">
      <dsp:nvSpPr>
        <dsp:cNvPr id="0" name=""/>
        <dsp:cNvSpPr/>
      </dsp:nvSpPr>
      <dsp:spPr>
        <a:xfrm>
          <a:off x="2290519" y="3587666"/>
          <a:ext cx="8363059" cy="47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Most research will be conducted in early December</a:t>
          </a:r>
        </a:p>
      </dsp:txBody>
      <dsp:txXfrm>
        <a:off x="2290519" y="3587666"/>
        <a:ext cx="8363059" cy="478056"/>
      </dsp:txXfrm>
    </dsp:sp>
    <dsp:sp modelId="{1DED226E-AF94-48AD-809C-AA3E92E5D005}">
      <dsp:nvSpPr>
        <dsp:cNvPr id="0" name=""/>
        <dsp:cNvSpPr/>
      </dsp:nvSpPr>
      <dsp:spPr>
        <a:xfrm>
          <a:off x="2130715" y="4065722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9C65B-5BDE-4E4B-B5E8-9A30954B4CA7}">
      <dsp:nvSpPr>
        <dsp:cNvPr id="0" name=""/>
        <dsp:cNvSpPr/>
      </dsp:nvSpPr>
      <dsp:spPr>
        <a:xfrm>
          <a:off x="2290519" y="4089625"/>
          <a:ext cx="8363059" cy="47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analysis is scheduled for the second half of December</a:t>
          </a:r>
        </a:p>
      </dsp:txBody>
      <dsp:txXfrm>
        <a:off x="2290519" y="4089625"/>
        <a:ext cx="8363059" cy="478056"/>
      </dsp:txXfrm>
    </dsp:sp>
    <dsp:sp modelId="{6186E046-D60D-4905-87B2-365D805958FE}">
      <dsp:nvSpPr>
        <dsp:cNvPr id="0" name=""/>
        <dsp:cNvSpPr/>
      </dsp:nvSpPr>
      <dsp:spPr>
        <a:xfrm>
          <a:off x="2130715" y="4567682"/>
          <a:ext cx="852286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33E82-FCD0-4216-8146-B92167A375AE}">
      <dsp:nvSpPr>
        <dsp:cNvPr id="0" name=""/>
        <dsp:cNvSpPr/>
      </dsp:nvSpPr>
      <dsp:spPr>
        <a:xfrm>
          <a:off x="4775820" y="2251194"/>
          <a:ext cx="1067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67738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82231" y="2291422"/>
        <a:ext cx="54916" cy="10983"/>
      </dsp:txXfrm>
    </dsp:sp>
    <dsp:sp modelId="{55494FB3-0011-46E1-991B-FD193C8CB0B5}">
      <dsp:nvSpPr>
        <dsp:cNvPr id="0" name=""/>
        <dsp:cNvSpPr/>
      </dsp:nvSpPr>
      <dsp:spPr>
        <a:xfrm>
          <a:off x="2236" y="864298"/>
          <a:ext cx="4775383" cy="28652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998" tIns="245622" rIns="233998" bIns="24562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Issues and Resolutions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Most respondents are from two faculties (FRI and FMF) → Focus efforts on these two faculties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Most respondents are undergraduate students → Work on contacting more master's students</a:t>
          </a:r>
        </a:p>
      </dsp:txBody>
      <dsp:txXfrm>
        <a:off x="2236" y="864298"/>
        <a:ext cx="4775383" cy="2865230"/>
      </dsp:txXfrm>
    </dsp:sp>
    <dsp:sp modelId="{AB749E74-BACD-41C5-8C4D-6E46AFFDA91C}">
      <dsp:nvSpPr>
        <dsp:cNvPr id="0" name=""/>
        <dsp:cNvSpPr/>
      </dsp:nvSpPr>
      <dsp:spPr>
        <a:xfrm>
          <a:off x="5875958" y="864298"/>
          <a:ext cx="4775383" cy="28652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3998" tIns="245622" rIns="233998" bIns="24562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Plan for Next Month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Define the main focus questions for the survey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Distribute the main survey at the beginning of December (using a more personal approach to reach a broader student base)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Analyze survey data in the second half of December; compare results with surveys from other EU universities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Compile a list of available resources for phone recycling, reselling, and exchanging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Assess student awareness of e-waste disposal options in Slovenia</a:t>
          </a:r>
        </a:p>
      </dsp:txBody>
      <dsp:txXfrm>
        <a:off x="5875958" y="864298"/>
        <a:ext cx="4775383" cy="2865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7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5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1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2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04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3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3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8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1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4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6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6" name="Picture 3" descr="An abstract genetic concept">
            <a:extLst>
              <a:ext uri="{FF2B5EF4-FFF2-40B4-BE49-F238E27FC236}">
                <a16:creationId xmlns:a16="http://schemas.microsoft.com/office/drawing/2014/main" id="{01EB732A-A808-0491-E876-5EE9F64195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28686" r="9091" b="20178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6" name="Rectangle 22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37F8BC3-D3B1-9B67-7130-181AFE8C4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917" y="1572768"/>
            <a:ext cx="10926573" cy="3744974"/>
          </a:xfrm>
        </p:spPr>
        <p:txBody>
          <a:bodyPr>
            <a:noAutofit/>
          </a:bodyPr>
          <a:lstStyle/>
          <a:p>
            <a:pPr algn="l"/>
            <a:r>
              <a:rPr lang="en-GB" sz="4800" noProof="0" dirty="0">
                <a:solidFill>
                  <a:srgbClr val="FFFFFF"/>
                </a:solidFill>
              </a:rPr>
              <a:t>Smartphone Lifecycles </a:t>
            </a:r>
            <a:br>
              <a:rPr lang="en-GB" sz="4800" noProof="0" dirty="0">
                <a:solidFill>
                  <a:srgbClr val="FFFFFF"/>
                </a:solidFill>
              </a:rPr>
            </a:br>
            <a:r>
              <a:rPr lang="en-GB" sz="4800" noProof="0" dirty="0">
                <a:solidFill>
                  <a:srgbClr val="FFFFFF"/>
                </a:solidFill>
              </a:rPr>
              <a:t>and </a:t>
            </a:r>
            <a:br>
              <a:rPr lang="en-GB" sz="4800" noProof="0" dirty="0">
                <a:solidFill>
                  <a:srgbClr val="FFFFFF"/>
                </a:solidFill>
              </a:rPr>
            </a:br>
            <a:r>
              <a:rPr lang="en-GB" sz="4800" noProof="0" dirty="0">
                <a:solidFill>
                  <a:srgbClr val="FFFFFF"/>
                </a:solidFill>
              </a:rPr>
              <a:t>E-Waste Awareness among Students</a:t>
            </a:r>
            <a:br>
              <a:rPr lang="en-GB" sz="4800" noProof="0" dirty="0">
                <a:solidFill>
                  <a:srgbClr val="FFFFFF"/>
                </a:solidFill>
              </a:rPr>
            </a:br>
            <a:r>
              <a:rPr lang="en-GB" sz="4800" noProof="0" dirty="0">
                <a:solidFill>
                  <a:srgbClr val="FFFFFF"/>
                </a:solidFill>
              </a:rPr>
              <a:t>- Progress Report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159D6A4-4BAA-0E5C-510B-BBBE3D196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916" y="5428229"/>
            <a:ext cx="4506066" cy="899643"/>
          </a:xfrm>
        </p:spPr>
        <p:txBody>
          <a:bodyPr>
            <a:normAutofit/>
          </a:bodyPr>
          <a:lstStyle/>
          <a:p>
            <a:pPr algn="l"/>
            <a:r>
              <a:rPr lang="en-GB" noProof="0" dirty="0">
                <a:solidFill>
                  <a:srgbClr val="FFFFFF"/>
                </a:solidFill>
              </a:rPr>
              <a:t>MARK ILOVAR</a:t>
            </a:r>
          </a:p>
          <a:p>
            <a:pPr algn="l"/>
            <a:r>
              <a:rPr lang="en-GB" noProof="0" dirty="0">
                <a:solidFill>
                  <a:srgbClr val="FFFFFF"/>
                </a:solidFill>
              </a:rPr>
              <a:t>NINA BOBNIČ</a:t>
            </a:r>
          </a:p>
        </p:txBody>
      </p:sp>
      <p:sp>
        <p:nvSpPr>
          <p:cNvPr id="5" name="Podnaslov 2">
            <a:extLst>
              <a:ext uri="{FF2B5EF4-FFF2-40B4-BE49-F238E27FC236}">
                <a16:creationId xmlns:a16="http://schemas.microsoft.com/office/drawing/2014/main" id="{1101336D-0A3F-645D-64FF-DACCC562E8B8}"/>
              </a:ext>
            </a:extLst>
          </p:cNvPr>
          <p:cNvSpPr txBox="1">
            <a:spLocks/>
          </p:cNvSpPr>
          <p:nvPr/>
        </p:nvSpPr>
        <p:spPr>
          <a:xfrm>
            <a:off x="7047425" y="5428229"/>
            <a:ext cx="4506066" cy="899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noProof="0" dirty="0">
                <a:solidFill>
                  <a:srgbClr val="FFFFFF"/>
                </a:solidFill>
              </a:rPr>
              <a:t>SUSTAINABLE COMPUTING</a:t>
            </a:r>
          </a:p>
          <a:p>
            <a:pPr algn="r"/>
            <a:r>
              <a:rPr lang="en-GB" noProof="0" dirty="0">
                <a:solidFill>
                  <a:srgbClr val="FFFFFF"/>
                </a:solidFill>
              </a:rPr>
              <a:t>NOVEMBER, 2025</a:t>
            </a:r>
          </a:p>
        </p:txBody>
      </p:sp>
    </p:spTree>
    <p:extLst>
      <p:ext uri="{BB962C8B-B14F-4D97-AF65-F5344CB8AC3E}">
        <p14:creationId xmlns:p14="http://schemas.microsoft.com/office/powerpoint/2010/main" val="478378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5B523B38-E993-915C-42B5-E33457BC62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28686" r="9091" b="58780"/>
          <a:stretch>
            <a:fillRect/>
          </a:stretch>
        </p:blipFill>
        <p:spPr>
          <a:xfrm>
            <a:off x="20" y="-1"/>
            <a:ext cx="12191980" cy="16808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78FA2E7E-57D5-6FDA-5729-AB33B7CC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noProof="0" dirty="0"/>
              <a:t>PROGRESS SUMMARY</a:t>
            </a:r>
          </a:p>
        </p:txBody>
      </p:sp>
      <p:graphicFrame>
        <p:nvGraphicFramePr>
          <p:cNvPr id="6" name="Označba mesta vsebine 2">
            <a:extLst>
              <a:ext uri="{FF2B5EF4-FFF2-40B4-BE49-F238E27FC236}">
                <a16:creationId xmlns:a16="http://schemas.microsoft.com/office/drawing/2014/main" id="{3FBE1465-1FBD-25AD-A84C-BC6DD37B7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001972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122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C330-7843-75CD-FAAC-0A0C9E03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1F09EDDB-3F04-89EA-9C57-3F897FB4DB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t="28686" r="9091" b="58780"/>
          <a:stretch>
            <a:fillRect/>
          </a:stretch>
        </p:blipFill>
        <p:spPr>
          <a:xfrm>
            <a:off x="20" y="-1"/>
            <a:ext cx="12191980" cy="16808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F5CB233E-8132-63E7-C5E7-984B6A27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ADJUSTMENTS AND NEXT STEPS</a:t>
            </a:r>
          </a:p>
        </p:txBody>
      </p:sp>
      <p:graphicFrame>
        <p:nvGraphicFramePr>
          <p:cNvPr id="16" name="Označba mesta vsebine 2">
            <a:extLst>
              <a:ext uri="{FF2B5EF4-FFF2-40B4-BE49-F238E27FC236}">
                <a16:creationId xmlns:a16="http://schemas.microsoft.com/office/drawing/2014/main" id="{55F98D0E-B0C5-A7CE-4A1A-F51AE7706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982429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45703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233</Words>
  <Application>Microsoft Office PowerPoint</Application>
  <PresentationFormat>Širokozaslonsko</PresentationFormat>
  <Paragraphs>30</Paragraphs>
  <Slides>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2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Smartphone Lifecycles  and  E-Waste Awareness among Students - Progress Report</vt:lpstr>
      <vt:lpstr>PROGRESS SUMMARY</vt:lpstr>
      <vt:lpstr>ADJUSTMENTS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Bobnič, Nina</dc:creator>
  <cp:lastModifiedBy>Bobnič, Nina</cp:lastModifiedBy>
  <cp:revision>1</cp:revision>
  <dcterms:created xsi:type="dcterms:W3CDTF">2025-11-26T10:33:53Z</dcterms:created>
  <dcterms:modified xsi:type="dcterms:W3CDTF">2025-11-26T12:39:01Z</dcterms:modified>
</cp:coreProperties>
</file>